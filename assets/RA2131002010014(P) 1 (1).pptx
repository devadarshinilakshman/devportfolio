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8"/>
  </p:notesMasterIdLst>
  <p:sldIdLst>
    <p:sldId id="316" r:id="rId5"/>
    <p:sldId id="318" r:id="rId6"/>
    <p:sldId id="310" r:id="rId7"/>
    <p:sldId id="319" r:id="rId8"/>
    <p:sldId id="313" r:id="rId9"/>
    <p:sldId id="320" r:id="rId10"/>
    <p:sldId id="321" r:id="rId11"/>
    <p:sldId id="322" r:id="rId12"/>
    <p:sldId id="323" r:id="rId13"/>
    <p:sldId id="324" r:id="rId14"/>
    <p:sldId id="325" r:id="rId15"/>
    <p:sldId id="315" r:id="rId16"/>
    <p:sldId id="30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4E6569-8F2A-4D31-B788-33C871F9755B}" v="6" dt="2024-04-06T11:08:17.466"/>
    <p1510:client id="{9FF907AC-686C-4DF0-9FEF-D0E137A1D821}" v="374" dt="2024-04-06T07:24:34.8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6B1857-7F2F-4FA5-AC91-CA6CB406E5ED}" type="datetimeFigureOut">
              <a:rPr lang="en-US" smtClean="0"/>
              <a:t>4/6/2024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51AFB1-1A0D-4465-9C69-5C319B14D7BF}" type="slidenum">
              <a:rPr lang="en-US" smtClean="0"/>
              <a:t>‹#›</a:t>
            </a:fld>
            <a:endParaRPr lang="en-US"/>
          </a:p>
        </p:txBody>
      </p:sp>
    </p:spTree>
    <p:extLst>
      <p:ext uri="{BB962C8B-B14F-4D97-AF65-F5344CB8AC3E}">
        <p14:creationId xmlns:p14="http://schemas.microsoft.com/office/powerpoint/2010/main" val="2804275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2537BDE-FCE3-41C4-B976-0DC28743AC5A}" type="slidenum">
              <a:rPr lang="en-US" smtClean="0"/>
              <a:t>13</a:t>
            </a:fld>
            <a:endParaRPr lang="en-US"/>
          </a:p>
        </p:txBody>
      </p:sp>
    </p:spTree>
    <p:extLst>
      <p:ext uri="{BB962C8B-B14F-4D97-AF65-F5344CB8AC3E}">
        <p14:creationId xmlns:p14="http://schemas.microsoft.com/office/powerpoint/2010/main" val="1509100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F3A8F-B976-406D-827A-8714EFF80344}"/>
              </a:ext>
            </a:extLst>
          </p:cNvPr>
          <p:cNvSpPr>
            <a:spLocks noGrp="1"/>
          </p:cNvSpPr>
          <p:nvPr>
            <p:ph type="title" hasCustomPrompt="1"/>
          </p:nvPr>
        </p:nvSpPr>
        <p:spPr>
          <a:xfrm>
            <a:off x="793159" y="1348536"/>
            <a:ext cx="4076458" cy="3654827"/>
          </a:xfrm>
        </p:spPr>
        <p:txBody>
          <a:bodyPr anchor="b">
            <a:normAutofit/>
          </a:bodyPr>
          <a:lstStyle>
            <a:lvl1pPr algn="r">
              <a:defRPr lang="en-US" sz="3600" b="1" kern="1200" dirty="0">
                <a:solidFill>
                  <a:schemeClr val="bg1"/>
                </a:solidFill>
                <a:latin typeface="+mj-lt"/>
                <a:ea typeface="+mj-ea"/>
                <a:cs typeface="+mj-cs"/>
              </a:defRPr>
            </a:lvl1pPr>
          </a:lstStyle>
          <a:p>
            <a:r>
              <a:rPr lang="en-US"/>
              <a:t>CLICK TO EDIT MASTER TITLE STYLE</a:t>
            </a:r>
          </a:p>
        </p:txBody>
      </p:sp>
      <p:sp>
        <p:nvSpPr>
          <p:cNvPr id="7" name="Subtitle 2">
            <a:extLst>
              <a:ext uri="{FF2B5EF4-FFF2-40B4-BE49-F238E27FC236}">
                <a16:creationId xmlns:a16="http://schemas.microsoft.com/office/drawing/2014/main" id="{A4851079-28FC-41AF-8373-BD8382DEDA01}"/>
              </a:ext>
            </a:extLst>
          </p:cNvPr>
          <p:cNvSpPr>
            <a:spLocks noGrp="1"/>
          </p:cNvSpPr>
          <p:nvPr>
            <p:ph type="subTitle" idx="1" hasCustomPrompt="1"/>
          </p:nvPr>
        </p:nvSpPr>
        <p:spPr>
          <a:xfrm>
            <a:off x="793159" y="5170453"/>
            <a:ext cx="4076458" cy="990197"/>
          </a:xfrm>
        </p:spPr>
        <p:txBody>
          <a:bodyPr>
            <a:normAutofit/>
          </a:bodyPr>
          <a:lstStyle>
            <a:lvl1pPr marL="0" indent="0" algn="r">
              <a:buNone/>
              <a:defRPr sz="2400">
                <a:solidFill>
                  <a:schemeClr val="bg1"/>
                </a:solidFill>
              </a:defRPr>
            </a:lvl1pPr>
          </a:lstStyle>
          <a:p>
            <a:pPr algn="r"/>
            <a:r>
              <a:rPr lang="en-US">
                <a:solidFill>
                  <a:schemeClr val="bg1"/>
                </a:solidFill>
                <a:cs typeface="Calibri"/>
              </a:rPr>
              <a:t>Click to edit master text style</a:t>
            </a:r>
            <a:endParaRPr lang="en-US">
              <a:solidFill>
                <a:schemeClr val="bg1"/>
              </a:solidFill>
            </a:endParaRPr>
          </a:p>
        </p:txBody>
      </p:sp>
      <p:sp>
        <p:nvSpPr>
          <p:cNvPr id="15" name="Picture Placeholder 14">
            <a:extLst>
              <a:ext uri="{FF2B5EF4-FFF2-40B4-BE49-F238E27FC236}">
                <a16:creationId xmlns:a16="http://schemas.microsoft.com/office/drawing/2014/main" id="{4D6C3907-3C68-4C02-98EE-B36817B3763A}"/>
              </a:ext>
            </a:extLst>
          </p:cNvPr>
          <p:cNvSpPr>
            <a:spLocks noGrp="1"/>
          </p:cNvSpPr>
          <p:nvPr>
            <p:ph type="pic" sz="quarter" idx="13"/>
          </p:nvPr>
        </p:nvSpPr>
        <p:spPr>
          <a:xfrm>
            <a:off x="5457025" y="0"/>
            <a:ext cx="6734974" cy="6858001"/>
          </a:xfrm>
          <a:custGeom>
            <a:avLst/>
            <a:gdLst>
              <a:gd name="connsiteX0" fmla="*/ 1 w 6734974"/>
              <a:gd name="connsiteY0" fmla="*/ 6292661 h 6858001"/>
              <a:gd name="connsiteX1" fmla="*/ 6734974 w 6734974"/>
              <a:gd name="connsiteY1" fmla="*/ 6292661 h 6858001"/>
              <a:gd name="connsiteX2" fmla="*/ 6734974 w 6734974"/>
              <a:gd name="connsiteY2" fmla="*/ 6858001 h 6858001"/>
              <a:gd name="connsiteX3" fmla="*/ 1 w 6734974"/>
              <a:gd name="connsiteY3" fmla="*/ 6858001 h 6858001"/>
              <a:gd name="connsiteX4" fmla="*/ 0 w 6734974"/>
              <a:gd name="connsiteY4" fmla="*/ 0 h 6858001"/>
              <a:gd name="connsiteX5" fmla="*/ 6734973 w 6734974"/>
              <a:gd name="connsiteY5" fmla="*/ 0 h 6858001"/>
              <a:gd name="connsiteX6" fmla="*/ 6734973 w 6734974"/>
              <a:gd name="connsiteY6" fmla="*/ 6256019 h 6858001"/>
              <a:gd name="connsiteX7" fmla="*/ 0 w 6734974"/>
              <a:gd name="connsiteY7" fmla="*/ 625601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34974" h="6858001">
                <a:moveTo>
                  <a:pt x="1" y="6292661"/>
                </a:moveTo>
                <a:lnTo>
                  <a:pt x="6734974" y="6292661"/>
                </a:lnTo>
                <a:lnTo>
                  <a:pt x="6734974" y="6858001"/>
                </a:lnTo>
                <a:lnTo>
                  <a:pt x="1" y="6858001"/>
                </a:lnTo>
                <a:close/>
                <a:moveTo>
                  <a:pt x="0" y="0"/>
                </a:moveTo>
                <a:lnTo>
                  <a:pt x="6734973" y="0"/>
                </a:lnTo>
                <a:lnTo>
                  <a:pt x="6734973" y="6256019"/>
                </a:lnTo>
                <a:lnTo>
                  <a:pt x="0" y="6256019"/>
                </a:lnTo>
                <a:close/>
              </a:path>
            </a:pathLst>
          </a:custGeom>
        </p:spPr>
        <p:txBody>
          <a:bodyPr wrap="square">
            <a:noAutofit/>
          </a:bodyPr>
          <a:lstStyle/>
          <a:p>
            <a:r>
              <a:rPr lang="en-US"/>
              <a:t>Click icon to add picture</a:t>
            </a:r>
          </a:p>
        </p:txBody>
      </p:sp>
      <p:cxnSp>
        <p:nvCxnSpPr>
          <p:cNvPr id="14" name="Straight Connector 13">
            <a:extLst>
              <a:ext uri="{FF2B5EF4-FFF2-40B4-BE49-F238E27FC236}">
                <a16:creationId xmlns:a16="http://schemas.microsoft.com/office/drawing/2014/main" id="{5984E7FD-271C-4B10-826F-A323C479DDC9}"/>
              </a:ext>
              <a:ext uri="{C183D7F6-B498-43B3-948B-1728B52AA6E4}">
                <adec:decorative xmlns:adec="http://schemas.microsoft.com/office/drawing/2017/decorative" val="1"/>
              </a:ext>
            </a:extLst>
          </p:cNvPr>
          <p:cNvCxnSpPr>
            <a:cxnSpLocks/>
          </p:cNvCxnSpPr>
          <p:nvPr userDrawn="1"/>
        </p:nvCxnSpPr>
        <p:spPr>
          <a:xfrm flipH="1">
            <a:off x="793159" y="6274339"/>
            <a:ext cx="1139884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704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FE17E6-924C-47EE-8164-2CD1687C753A}"/>
              </a:ext>
              <a:ext uri="{C183D7F6-B498-43B3-948B-1728B52AA6E4}">
                <adec:decorative xmlns:adec="http://schemas.microsoft.com/office/drawing/2017/decorative" val="1"/>
              </a:ext>
            </a:extLst>
          </p:cNvPr>
          <p:cNvSpPr/>
          <p:nvPr userDrawn="1"/>
        </p:nvSpPr>
        <p:spPr>
          <a:xfrm>
            <a:off x="1123008" y="252743"/>
            <a:ext cx="4739619" cy="304261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6572DC8-7C70-4BE2-9DB2-CFABD37F8F56}"/>
              </a:ext>
              <a:ext uri="{C183D7F6-B498-43B3-948B-1728B52AA6E4}">
                <adec:decorative xmlns:adec="http://schemas.microsoft.com/office/drawing/2017/decorative" val="1"/>
              </a:ext>
            </a:extLst>
          </p:cNvPr>
          <p:cNvSpPr/>
          <p:nvPr userDrawn="1"/>
        </p:nvSpPr>
        <p:spPr>
          <a:xfrm>
            <a:off x="425449" y="3548095"/>
            <a:ext cx="4739619" cy="304261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946745-2521-4BB4-80EC-24CD13FF3A60}"/>
              </a:ext>
            </a:extLst>
          </p:cNvPr>
          <p:cNvSpPr>
            <a:spLocks noGrp="1"/>
          </p:cNvSpPr>
          <p:nvPr>
            <p:ph type="title"/>
          </p:nvPr>
        </p:nvSpPr>
        <p:spPr>
          <a:xfrm>
            <a:off x="6392583" y="252743"/>
            <a:ext cx="4434721" cy="1965163"/>
          </a:xfrm>
        </p:spPr>
        <p:txBody>
          <a:bodyPr anchor="b">
            <a:normAutofit/>
          </a:bodyPr>
          <a:lstStyle>
            <a:lvl1pPr>
              <a:defRPr lang="en-US" sz="5400" kern="1200" dirty="0">
                <a:solidFill>
                  <a:schemeClr val="tx1"/>
                </a:solidFill>
                <a:latin typeface="+mj-lt"/>
                <a:ea typeface="+mj-ea"/>
                <a:cs typeface="+mj-cs"/>
              </a:defRPr>
            </a:lvl1pPr>
          </a:lstStyle>
          <a:p>
            <a:r>
              <a:rPr lang="en-US"/>
              <a:t>Click to edit Master title style</a:t>
            </a:r>
          </a:p>
        </p:txBody>
      </p:sp>
      <p:sp>
        <p:nvSpPr>
          <p:cNvPr id="21" name="Picture Placeholder 20">
            <a:extLst>
              <a:ext uri="{FF2B5EF4-FFF2-40B4-BE49-F238E27FC236}">
                <a16:creationId xmlns:a16="http://schemas.microsoft.com/office/drawing/2014/main" id="{6A9682C5-2804-43F9-B365-D5F853CEB37A}"/>
              </a:ext>
            </a:extLst>
          </p:cNvPr>
          <p:cNvSpPr>
            <a:spLocks noGrp="1"/>
          </p:cNvSpPr>
          <p:nvPr>
            <p:ph type="pic" sz="quarter" idx="10"/>
          </p:nvPr>
        </p:nvSpPr>
        <p:spPr>
          <a:xfrm>
            <a:off x="1352550" y="539750"/>
            <a:ext cx="4281488" cy="2468563"/>
          </a:xfrm>
        </p:spPr>
        <p:txBody>
          <a:bodyPr/>
          <a:lstStyle/>
          <a:p>
            <a:r>
              <a:rPr lang="en-US"/>
              <a:t>Click icon to add picture</a:t>
            </a:r>
          </a:p>
        </p:txBody>
      </p:sp>
      <p:sp>
        <p:nvSpPr>
          <p:cNvPr id="23" name="Picture Placeholder 22">
            <a:extLst>
              <a:ext uri="{FF2B5EF4-FFF2-40B4-BE49-F238E27FC236}">
                <a16:creationId xmlns:a16="http://schemas.microsoft.com/office/drawing/2014/main" id="{1E5E2300-A2FB-4449-8855-6D21495825B0}"/>
              </a:ext>
            </a:extLst>
          </p:cNvPr>
          <p:cNvSpPr>
            <a:spLocks noGrp="1"/>
          </p:cNvSpPr>
          <p:nvPr>
            <p:ph type="pic" sz="quarter" idx="11"/>
          </p:nvPr>
        </p:nvSpPr>
        <p:spPr>
          <a:xfrm>
            <a:off x="654050" y="3835400"/>
            <a:ext cx="4281488" cy="2468563"/>
          </a:xfrm>
        </p:spPr>
        <p:txBody>
          <a:bodyPr/>
          <a:lstStyle/>
          <a:p>
            <a:r>
              <a:rPr lang="en-US"/>
              <a:t>Click icon to add picture</a:t>
            </a:r>
          </a:p>
        </p:txBody>
      </p:sp>
      <p:sp>
        <p:nvSpPr>
          <p:cNvPr id="14" name="Content Placeholder 2">
            <a:extLst>
              <a:ext uri="{FF2B5EF4-FFF2-40B4-BE49-F238E27FC236}">
                <a16:creationId xmlns:a16="http://schemas.microsoft.com/office/drawing/2014/main" id="{1F83215D-2938-4915-9C53-FDF71E3F0E14}"/>
              </a:ext>
            </a:extLst>
          </p:cNvPr>
          <p:cNvSpPr>
            <a:spLocks noGrp="1"/>
          </p:cNvSpPr>
          <p:nvPr>
            <p:ph idx="1" hasCustomPrompt="1"/>
          </p:nvPr>
        </p:nvSpPr>
        <p:spPr>
          <a:xfrm>
            <a:off x="6392583" y="2645922"/>
            <a:ext cx="4434721" cy="3710427"/>
          </a:xfrm>
        </p:spPr>
        <p:txBody>
          <a:bodyPr anchor="t">
            <a:normAutofit/>
          </a:bodyPr>
          <a:lstStyle>
            <a:lvl1pPr>
              <a:defRPr sz="1800"/>
            </a:lvl1pPr>
          </a:lstStyle>
          <a:p>
            <a:r>
              <a:rPr lang="en-US" sz="1800">
                <a:cs typeface="Calibri"/>
              </a:rPr>
              <a:t>Click to edit master text style</a:t>
            </a:r>
          </a:p>
        </p:txBody>
      </p:sp>
      <p:cxnSp>
        <p:nvCxnSpPr>
          <p:cNvPr id="18" name="Straight Connector 17">
            <a:extLst>
              <a:ext uri="{FF2B5EF4-FFF2-40B4-BE49-F238E27FC236}">
                <a16:creationId xmlns:a16="http://schemas.microsoft.com/office/drawing/2014/main" id="{AB8238B2-89F4-4CBF-8949-A4979F889CE8}"/>
              </a:ext>
              <a:ext uri="{C183D7F6-B498-43B3-948B-1728B52AA6E4}">
                <adec:decorative xmlns:adec="http://schemas.microsoft.com/office/drawing/2017/decorative" val="1"/>
              </a:ext>
            </a:extLst>
          </p:cNvPr>
          <p:cNvCxnSpPr>
            <a:cxnSpLocks/>
          </p:cNvCxnSpPr>
          <p:nvPr userDrawn="1"/>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779C96BE-A34E-471B-A916-071966BC699C}"/>
              </a:ext>
            </a:extLst>
          </p:cNvPr>
          <p:cNvSpPr>
            <a:spLocks noGrp="1"/>
          </p:cNvSpPr>
          <p:nvPr>
            <p:ph type="dt" sz="half" idx="12"/>
          </p:nvPr>
        </p:nvSpPr>
        <p:spPr>
          <a:xfrm>
            <a:off x="5785751" y="6356350"/>
            <a:ext cx="2743200" cy="365125"/>
          </a:xfrm>
        </p:spPr>
        <p:txBody>
          <a:bodyPr/>
          <a:lstStyle/>
          <a:p>
            <a:r>
              <a:rPr lang="en-US"/>
              <a:t>20xx</a:t>
            </a:r>
          </a:p>
        </p:txBody>
      </p:sp>
      <p:sp>
        <p:nvSpPr>
          <p:cNvPr id="4" name="Footer Placeholder 3">
            <a:extLst>
              <a:ext uri="{FF2B5EF4-FFF2-40B4-BE49-F238E27FC236}">
                <a16:creationId xmlns:a16="http://schemas.microsoft.com/office/drawing/2014/main" id="{7B3040EA-B3B8-4EB9-BC7F-EB3DFF9597DC}"/>
              </a:ext>
            </a:extLst>
          </p:cNvPr>
          <p:cNvSpPr>
            <a:spLocks noGrp="1"/>
          </p:cNvSpPr>
          <p:nvPr>
            <p:ph type="ftr" sz="quarter" idx="13"/>
          </p:nvPr>
        </p:nvSpPr>
        <p:spPr>
          <a:xfrm rot="16200000">
            <a:off x="9812116" y="1591485"/>
            <a:ext cx="3548094"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20182D71-9E0A-4793-BA54-BEAEB7A36838}"/>
              </a:ext>
            </a:extLst>
          </p:cNvPr>
          <p:cNvSpPr>
            <a:spLocks noGrp="1"/>
          </p:cNvSpPr>
          <p:nvPr>
            <p:ph type="sldNum" sz="quarter" idx="14"/>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42446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AB8238B2-89F4-4CBF-8949-A4979F889CE8}"/>
              </a:ext>
              <a:ext uri="{C183D7F6-B498-43B3-948B-1728B52AA6E4}">
                <adec:decorative xmlns:adec="http://schemas.microsoft.com/office/drawing/2017/decorative" val="1"/>
              </a:ext>
            </a:extLst>
          </p:cNvPr>
          <p:cNvCxnSpPr>
            <a:cxnSpLocks/>
          </p:cNvCxnSpPr>
          <p:nvPr userDrawn="1"/>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E48A8E28-7873-4AFA-A619-0E497E0180D0}"/>
              </a:ext>
              <a:ext uri="{C183D7F6-B498-43B3-948B-1728B52AA6E4}">
                <adec:decorative xmlns:adec="http://schemas.microsoft.com/office/drawing/2017/decorative" val="1"/>
              </a:ext>
            </a:extLst>
          </p:cNvPr>
          <p:cNvSpPr/>
          <p:nvPr userDrawn="1"/>
        </p:nvSpPr>
        <p:spPr>
          <a:xfrm>
            <a:off x="192268" y="536567"/>
            <a:ext cx="5784867" cy="5784867"/>
          </a:xfrm>
          <a:prstGeom prst="ellipse">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946745-2521-4BB4-80EC-24CD13FF3A60}"/>
              </a:ext>
            </a:extLst>
          </p:cNvPr>
          <p:cNvSpPr>
            <a:spLocks noGrp="1"/>
          </p:cNvSpPr>
          <p:nvPr>
            <p:ph type="title"/>
          </p:nvPr>
        </p:nvSpPr>
        <p:spPr>
          <a:xfrm>
            <a:off x="867340" y="2446418"/>
            <a:ext cx="4434721" cy="1965163"/>
          </a:xfrm>
        </p:spPr>
        <p:txBody>
          <a:bodyPr anchor="ctr">
            <a:normAutofit/>
          </a:bodyPr>
          <a:lstStyle>
            <a:lvl1pPr algn="ctr">
              <a:defRPr lang="en-US" sz="4500" kern="1200" dirty="0">
                <a:solidFill>
                  <a:schemeClr val="bg1"/>
                </a:solidFill>
                <a:latin typeface="+mj-lt"/>
                <a:ea typeface="+mj-ea"/>
                <a:cs typeface="+mj-cs"/>
              </a:defRPr>
            </a:lvl1pPr>
          </a:lstStyle>
          <a:p>
            <a:r>
              <a:rPr lang="en-US"/>
              <a:t>Click to edit Master title style</a:t>
            </a:r>
          </a:p>
        </p:txBody>
      </p:sp>
      <p:sp>
        <p:nvSpPr>
          <p:cNvPr id="14" name="Content Placeholder 2">
            <a:extLst>
              <a:ext uri="{FF2B5EF4-FFF2-40B4-BE49-F238E27FC236}">
                <a16:creationId xmlns:a16="http://schemas.microsoft.com/office/drawing/2014/main" id="{1F83215D-2938-4915-9C53-FDF71E3F0E14}"/>
              </a:ext>
            </a:extLst>
          </p:cNvPr>
          <p:cNvSpPr>
            <a:spLocks noGrp="1"/>
          </p:cNvSpPr>
          <p:nvPr>
            <p:ph idx="1" hasCustomPrompt="1"/>
          </p:nvPr>
        </p:nvSpPr>
        <p:spPr>
          <a:xfrm>
            <a:off x="6392583" y="536567"/>
            <a:ext cx="4518504" cy="5784867"/>
          </a:xfrm>
        </p:spPr>
        <p:txBody>
          <a:bodyPr anchor="ctr">
            <a:normAutofit/>
          </a:bodyPr>
          <a:lstStyle>
            <a:lvl1pPr marL="0" indent="0">
              <a:lnSpc>
                <a:spcPts val="2500"/>
              </a:lnSpc>
              <a:buNone/>
              <a:defRPr sz="1800"/>
            </a:lvl1pPr>
          </a:lstStyle>
          <a:p>
            <a:r>
              <a:rPr lang="en-US" sz="1800">
                <a:cs typeface="Calibri"/>
              </a:rPr>
              <a:t>Click to edit master text style</a:t>
            </a:r>
          </a:p>
        </p:txBody>
      </p:sp>
      <p:sp>
        <p:nvSpPr>
          <p:cNvPr id="4" name="Graphic 13">
            <a:extLst>
              <a:ext uri="{FF2B5EF4-FFF2-40B4-BE49-F238E27FC236}">
                <a16:creationId xmlns:a16="http://schemas.microsoft.com/office/drawing/2014/main" id="{5EB0124E-1A8A-4EB1-A9CF-E273590B60B9}"/>
              </a:ext>
              <a:ext uri="{C183D7F6-B498-43B3-948B-1728B52AA6E4}">
                <adec:decorative xmlns:adec="http://schemas.microsoft.com/office/drawing/2017/decorative" val="1"/>
              </a:ext>
            </a:extLst>
          </p:cNvPr>
          <p:cNvSpPr/>
          <p:nvPr userDrawn="1"/>
        </p:nvSpPr>
        <p:spPr>
          <a:xfrm>
            <a:off x="1109945" y="351421"/>
            <a:ext cx="198609" cy="198609"/>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accent2"/>
          </a:solidFill>
          <a:ln w="603" cap="flat">
            <a:noFill/>
            <a:prstDash val="solid"/>
            <a:miter/>
          </a:ln>
        </p:spPr>
        <p:txBody>
          <a:bodyPr rtlCol="0" anchor="ctr"/>
          <a:lstStyle/>
          <a:p>
            <a:endParaRPr lang="en-US"/>
          </a:p>
        </p:txBody>
      </p:sp>
      <p:sp>
        <p:nvSpPr>
          <p:cNvPr id="5" name="Graphic 12">
            <a:extLst>
              <a:ext uri="{FF2B5EF4-FFF2-40B4-BE49-F238E27FC236}">
                <a16:creationId xmlns:a16="http://schemas.microsoft.com/office/drawing/2014/main" id="{44654EA2-A648-4219-B093-1C05AE964626}"/>
              </a:ext>
              <a:ext uri="{C183D7F6-B498-43B3-948B-1728B52AA6E4}">
                <adec:decorative xmlns:adec="http://schemas.microsoft.com/office/drawing/2017/decorative" val="1"/>
              </a:ext>
            </a:extLst>
          </p:cNvPr>
          <p:cNvSpPr/>
          <p:nvPr userDrawn="1"/>
        </p:nvSpPr>
        <p:spPr>
          <a:xfrm>
            <a:off x="5425883" y="5732852"/>
            <a:ext cx="130186" cy="130186"/>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6" name="Graphic 15">
            <a:extLst>
              <a:ext uri="{FF2B5EF4-FFF2-40B4-BE49-F238E27FC236}">
                <a16:creationId xmlns:a16="http://schemas.microsoft.com/office/drawing/2014/main" id="{81C0EC89-A66C-4027-8FF0-F7605B506229}"/>
              </a:ext>
              <a:ext uri="{C183D7F6-B498-43B3-948B-1728B52AA6E4}">
                <adec:decorative xmlns:adec="http://schemas.microsoft.com/office/drawing/2017/decorative" val="1"/>
              </a:ext>
            </a:extLst>
          </p:cNvPr>
          <p:cNvSpPr/>
          <p:nvPr userDrawn="1"/>
        </p:nvSpPr>
        <p:spPr>
          <a:xfrm>
            <a:off x="539223" y="1072473"/>
            <a:ext cx="182432" cy="182432"/>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2"/>
          </a:solidFill>
          <a:ln w="610" cap="flat">
            <a:noFill/>
            <a:prstDash val="solid"/>
            <a:miter/>
          </a:ln>
        </p:spPr>
        <p:txBody>
          <a:bodyPr rtlCol="0" anchor="ctr"/>
          <a:lstStyle/>
          <a:p>
            <a:endParaRPr lang="en-US"/>
          </a:p>
        </p:txBody>
      </p:sp>
      <p:sp>
        <p:nvSpPr>
          <p:cNvPr id="12" name="Date Placeholder 2">
            <a:extLst>
              <a:ext uri="{FF2B5EF4-FFF2-40B4-BE49-F238E27FC236}">
                <a16:creationId xmlns:a16="http://schemas.microsoft.com/office/drawing/2014/main" id="{411FC072-5A30-4F87-8D5F-B58BC2023A98}"/>
              </a:ext>
            </a:extLst>
          </p:cNvPr>
          <p:cNvSpPr>
            <a:spLocks noGrp="1"/>
          </p:cNvSpPr>
          <p:nvPr>
            <p:ph type="dt" sz="half" idx="12"/>
          </p:nvPr>
        </p:nvSpPr>
        <p:spPr>
          <a:xfrm>
            <a:off x="5785751" y="6356350"/>
            <a:ext cx="2743200" cy="365125"/>
          </a:xfrm>
        </p:spPr>
        <p:txBody>
          <a:bodyPr/>
          <a:lstStyle/>
          <a:p>
            <a:r>
              <a:rPr lang="en-US"/>
              <a:t>20xx</a:t>
            </a:r>
          </a:p>
        </p:txBody>
      </p:sp>
      <p:sp>
        <p:nvSpPr>
          <p:cNvPr id="13" name="Footer Placeholder 3">
            <a:extLst>
              <a:ext uri="{FF2B5EF4-FFF2-40B4-BE49-F238E27FC236}">
                <a16:creationId xmlns:a16="http://schemas.microsoft.com/office/drawing/2014/main" id="{A406C42C-BE3A-4833-B0B7-357CE8FB62CA}"/>
              </a:ext>
            </a:extLst>
          </p:cNvPr>
          <p:cNvSpPr>
            <a:spLocks noGrp="1"/>
          </p:cNvSpPr>
          <p:nvPr>
            <p:ph type="ftr" sz="quarter" idx="13"/>
          </p:nvPr>
        </p:nvSpPr>
        <p:spPr>
          <a:xfrm rot="16200000">
            <a:off x="9812116" y="1591485"/>
            <a:ext cx="3548094" cy="365125"/>
          </a:xfrm>
        </p:spPr>
        <p:txBody>
          <a:bodyPr/>
          <a:lstStyle/>
          <a:p>
            <a:r>
              <a:rPr lang="en-US"/>
              <a:t>Sample footer text</a:t>
            </a:r>
          </a:p>
        </p:txBody>
      </p:sp>
      <p:sp>
        <p:nvSpPr>
          <p:cNvPr id="19" name="Slide Number Placeholder 4">
            <a:extLst>
              <a:ext uri="{FF2B5EF4-FFF2-40B4-BE49-F238E27FC236}">
                <a16:creationId xmlns:a16="http://schemas.microsoft.com/office/drawing/2014/main" id="{4E6E8B18-45E0-4925-8E5D-41F418C91ED8}"/>
              </a:ext>
            </a:extLst>
          </p:cNvPr>
          <p:cNvSpPr>
            <a:spLocks noGrp="1"/>
          </p:cNvSpPr>
          <p:nvPr>
            <p:ph type="sldNum" sz="quarter" idx="14"/>
          </p:nvPr>
        </p:nvSpPr>
        <p:spPr>
          <a:xfrm>
            <a:off x="8610600" y="6356350"/>
            <a:ext cx="2743200" cy="365125"/>
          </a:xfrm>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6793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F236E68-2CF8-44ED-939D-0302808CE819}"/>
              </a:ext>
            </a:extLst>
          </p:cNvPr>
          <p:cNvSpPr>
            <a:spLocks noGrp="1"/>
          </p:cNvSpPr>
          <p:nvPr>
            <p:ph type="pic" sz="quarter" idx="13"/>
          </p:nvPr>
        </p:nvSpPr>
        <p:spPr>
          <a:xfrm>
            <a:off x="0" y="0"/>
            <a:ext cx="12188370" cy="6858000"/>
          </a:xfrm>
          <a:custGeom>
            <a:avLst/>
            <a:gdLst>
              <a:gd name="connsiteX0" fmla="*/ 0 w 12188370"/>
              <a:gd name="connsiteY0" fmla="*/ 0 h 6858000"/>
              <a:gd name="connsiteX1" fmla="*/ 12188370 w 12188370"/>
              <a:gd name="connsiteY1" fmla="*/ 0 h 6858000"/>
              <a:gd name="connsiteX2" fmla="*/ 12188370 w 12188370"/>
              <a:gd name="connsiteY2" fmla="*/ 6858000 h 6858000"/>
              <a:gd name="connsiteX3" fmla="*/ 0 w 12188370"/>
              <a:gd name="connsiteY3" fmla="*/ 6858000 h 6858000"/>
              <a:gd name="connsiteX4" fmla="*/ 0 w 12188370"/>
              <a:gd name="connsiteY4" fmla="*/ 843875 h 6858000"/>
              <a:gd name="connsiteX5" fmla="*/ 8473201 w 12188370"/>
              <a:gd name="connsiteY5" fmla="*/ 843875 h 6858000"/>
              <a:gd name="connsiteX6" fmla="*/ 8473201 w 12188370"/>
              <a:gd name="connsiteY6" fmla="*/ 816443 h 6858000"/>
              <a:gd name="connsiteX7" fmla="*/ 0 w 12188370"/>
              <a:gd name="connsiteY7" fmla="*/ 8164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370" h="6858000">
                <a:moveTo>
                  <a:pt x="0" y="0"/>
                </a:moveTo>
                <a:lnTo>
                  <a:pt x="12188370" y="0"/>
                </a:lnTo>
                <a:lnTo>
                  <a:pt x="12188370" y="6858000"/>
                </a:lnTo>
                <a:lnTo>
                  <a:pt x="0" y="6858000"/>
                </a:lnTo>
                <a:lnTo>
                  <a:pt x="0" y="843875"/>
                </a:lnTo>
                <a:lnTo>
                  <a:pt x="8473201" y="843875"/>
                </a:lnTo>
                <a:lnTo>
                  <a:pt x="8473201" y="816443"/>
                </a:lnTo>
                <a:lnTo>
                  <a:pt x="0" y="816443"/>
                </a:lnTo>
                <a:close/>
              </a:path>
            </a:pathLst>
          </a:custGeom>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id="{532F3A8F-B976-406D-827A-8714EFF80344}"/>
              </a:ext>
            </a:extLst>
          </p:cNvPr>
          <p:cNvSpPr>
            <a:spLocks noGrp="1"/>
          </p:cNvSpPr>
          <p:nvPr>
            <p:ph type="title" hasCustomPrompt="1"/>
          </p:nvPr>
        </p:nvSpPr>
        <p:spPr>
          <a:xfrm>
            <a:off x="1256275" y="2276439"/>
            <a:ext cx="9679448" cy="2868439"/>
          </a:xfrm>
        </p:spPr>
        <p:txBody>
          <a:bodyPr anchor="b">
            <a:noAutofit/>
          </a:bodyPr>
          <a:lstStyle>
            <a:lvl1pPr algn="l">
              <a:defRPr lang="en-US" sz="7200" b="1" kern="1200" cap="all" dirty="0">
                <a:solidFill>
                  <a:schemeClr val="bg1"/>
                </a:solidFill>
                <a:latin typeface="+mj-lt"/>
                <a:ea typeface="+mj-ea"/>
                <a:cs typeface="+mj-cs"/>
              </a:defRPr>
            </a:lvl1pPr>
          </a:lstStyle>
          <a:p>
            <a:r>
              <a:rPr lang="en-US"/>
              <a:t>CLICK TO EDIT MASTER TITLE STYLE</a:t>
            </a:r>
          </a:p>
        </p:txBody>
      </p:sp>
      <p:sp>
        <p:nvSpPr>
          <p:cNvPr id="13" name="Text Placeholder 3">
            <a:extLst>
              <a:ext uri="{FF2B5EF4-FFF2-40B4-BE49-F238E27FC236}">
                <a16:creationId xmlns:a16="http://schemas.microsoft.com/office/drawing/2014/main" id="{91D9E9B9-E0A7-4C75-946E-BBAEBCC2CA6A}"/>
              </a:ext>
            </a:extLst>
          </p:cNvPr>
          <p:cNvSpPr>
            <a:spLocks noGrp="1"/>
          </p:cNvSpPr>
          <p:nvPr>
            <p:ph type="body" idx="14"/>
          </p:nvPr>
        </p:nvSpPr>
        <p:spPr>
          <a:xfrm>
            <a:off x="1256275" y="5098254"/>
            <a:ext cx="9679449" cy="750259"/>
          </a:xfrm>
        </p:spPr>
        <p:txBody>
          <a:bodyPr vert="horz" lIns="91440" tIns="45720" rIns="91440" bIns="45720" rtlCol="0" anchor="ctr">
            <a:normAutofit/>
          </a:bodyPr>
          <a:lstStyle>
            <a:lvl1pPr marL="0" indent="0">
              <a:buNone/>
              <a:defRPr sz="2000">
                <a:solidFill>
                  <a:schemeClr val="bg1"/>
                </a:solidFill>
              </a:defRPr>
            </a:lvl1pPr>
          </a:lstStyle>
          <a:p>
            <a:pPr lvl="0"/>
            <a:r>
              <a:rPr lang="en-US" sz="2000" kern="1200">
                <a:solidFill>
                  <a:srgbClr val="FFFFFF"/>
                </a:solidFill>
                <a:latin typeface="+mn-lt"/>
                <a:ea typeface="+mn-ea"/>
                <a:cs typeface="+mn-cs"/>
              </a:rPr>
              <a:t>Click to edit Master text styles</a:t>
            </a:r>
          </a:p>
        </p:txBody>
      </p:sp>
      <p:cxnSp>
        <p:nvCxnSpPr>
          <p:cNvPr id="6" name="Straight Connector 5">
            <a:extLst>
              <a:ext uri="{FF2B5EF4-FFF2-40B4-BE49-F238E27FC236}">
                <a16:creationId xmlns:a16="http://schemas.microsoft.com/office/drawing/2014/main" id="{03C6873F-B921-4626-97A7-FD8E9398E4E7}"/>
              </a:ext>
            </a:extLst>
          </p:cNvPr>
          <p:cNvCxnSpPr>
            <a:cxnSpLocks/>
          </p:cNvCxnSpPr>
          <p:nvPr userDrawn="1"/>
        </p:nvCxnSpPr>
        <p:spPr>
          <a:xfrm flipH="1">
            <a:off x="-10886" y="821523"/>
            <a:ext cx="847320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Graphic 13">
            <a:extLst>
              <a:ext uri="{FF2B5EF4-FFF2-40B4-BE49-F238E27FC236}">
                <a16:creationId xmlns:a16="http://schemas.microsoft.com/office/drawing/2014/main" id="{275D0799-1240-4A8C-98BF-96679D262568}"/>
              </a:ext>
            </a:extLst>
          </p:cNvPr>
          <p:cNvSpPr/>
          <p:nvPr userDrawn="1"/>
        </p:nvSpPr>
        <p:spPr>
          <a:xfrm>
            <a:off x="544954" y="2865643"/>
            <a:ext cx="146329" cy="157937"/>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a:p>
        </p:txBody>
      </p:sp>
      <p:sp>
        <p:nvSpPr>
          <p:cNvPr id="9" name="Graphic 12">
            <a:extLst>
              <a:ext uri="{FF2B5EF4-FFF2-40B4-BE49-F238E27FC236}">
                <a16:creationId xmlns:a16="http://schemas.microsoft.com/office/drawing/2014/main" id="{3F7A1898-37E9-4DF7-9E1E-A5D41681C6D9}"/>
              </a:ext>
            </a:extLst>
          </p:cNvPr>
          <p:cNvSpPr/>
          <p:nvPr userDrawn="1"/>
        </p:nvSpPr>
        <p:spPr>
          <a:xfrm>
            <a:off x="903734" y="3094942"/>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19" name="Graphic 15">
            <a:extLst>
              <a:ext uri="{FF2B5EF4-FFF2-40B4-BE49-F238E27FC236}">
                <a16:creationId xmlns:a16="http://schemas.microsoft.com/office/drawing/2014/main" id="{DA49FC99-340D-4901-98CD-6C4D1941C969}"/>
              </a:ext>
            </a:extLst>
          </p:cNvPr>
          <p:cNvSpPr/>
          <p:nvPr userDrawn="1"/>
        </p:nvSpPr>
        <p:spPr>
          <a:xfrm>
            <a:off x="532920" y="3619230"/>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a:p>
        </p:txBody>
      </p:sp>
    </p:spTree>
    <p:extLst>
      <p:ext uri="{BB962C8B-B14F-4D97-AF65-F5344CB8AC3E}">
        <p14:creationId xmlns:p14="http://schemas.microsoft.com/office/powerpoint/2010/main" val="1368677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har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normAutofit/>
          </a:bodyPr>
          <a:lstStyle>
            <a:lvl1pPr>
              <a:defRPr sz="5400"/>
            </a:lvl1pPr>
          </a:lstStyle>
          <a:p>
            <a:r>
              <a:rPr lang="en-US"/>
              <a:t>Click to edit Master title style</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lvl1pPr>
              <a:defRPr/>
            </a:lvl1pPr>
          </a:lstStyle>
          <a:p>
            <a:r>
              <a:rPr lang="en-US"/>
              <a:t>20xx</a:t>
            </a:r>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spTree>
    <p:extLst>
      <p:ext uri="{BB962C8B-B14F-4D97-AF65-F5344CB8AC3E}">
        <p14:creationId xmlns:p14="http://schemas.microsoft.com/office/powerpoint/2010/main" val="416748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normAutofit/>
          </a:bodyPr>
          <a:lstStyle>
            <a:lvl1pPr>
              <a:defRPr sz="5400"/>
            </a:lvl1p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1284395" y="1825625"/>
            <a:ext cx="1006940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lvl1pPr>
              <a:defRPr/>
            </a:lvl1pPr>
          </a:lstStyle>
          <a:p>
            <a:r>
              <a:rPr lang="en-US"/>
              <a:t>20xx</a:t>
            </a:r>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6254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67D4E1F-D8DD-4ED2-8901-A47E930891B9}"/>
              </a:ext>
              <a:ext uri="{C183D7F6-B498-43B3-948B-1728B52AA6E4}">
                <adec:decorative xmlns:adec="http://schemas.microsoft.com/office/drawing/2017/decorative" val="1"/>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946745-2521-4BB4-80EC-24CD13FF3A60}"/>
              </a:ext>
            </a:extLst>
          </p:cNvPr>
          <p:cNvSpPr>
            <a:spLocks noGrp="1"/>
          </p:cNvSpPr>
          <p:nvPr>
            <p:ph type="title"/>
          </p:nvPr>
        </p:nvSpPr>
        <p:spPr>
          <a:xfrm>
            <a:off x="6392583" y="252743"/>
            <a:ext cx="4434721" cy="4820000"/>
          </a:xfrm>
        </p:spPr>
        <p:txBody>
          <a:bodyPr anchor="b">
            <a:normAutofit/>
          </a:bodyPr>
          <a:lstStyle>
            <a:lvl1pPr>
              <a:defRPr lang="en-US" sz="5400" kern="1200" dirty="0">
                <a:solidFill>
                  <a:schemeClr val="tx1"/>
                </a:solidFill>
                <a:latin typeface="+mj-lt"/>
                <a:ea typeface="+mj-ea"/>
                <a:cs typeface="+mj-cs"/>
              </a:defRPr>
            </a:lvl1pPr>
          </a:lstStyle>
          <a:p>
            <a:r>
              <a:rPr lang="en-US"/>
              <a:t>Click to edit Master title style</a:t>
            </a:r>
          </a:p>
        </p:txBody>
      </p:sp>
      <p:sp>
        <p:nvSpPr>
          <p:cNvPr id="21" name="Picture Placeholder 20">
            <a:extLst>
              <a:ext uri="{FF2B5EF4-FFF2-40B4-BE49-F238E27FC236}">
                <a16:creationId xmlns:a16="http://schemas.microsoft.com/office/drawing/2014/main" id="{6A9682C5-2804-43F9-B365-D5F853CEB37A}"/>
              </a:ext>
            </a:extLst>
          </p:cNvPr>
          <p:cNvSpPr>
            <a:spLocks noGrp="1"/>
          </p:cNvSpPr>
          <p:nvPr>
            <p:ph type="pic" sz="quarter" idx="10"/>
          </p:nvPr>
        </p:nvSpPr>
        <p:spPr>
          <a:xfrm>
            <a:off x="273301" y="299507"/>
            <a:ext cx="5221620" cy="6258985"/>
          </a:xfrm>
        </p:spPr>
        <p:txBody>
          <a:bodyPr/>
          <a:lstStyle/>
          <a:p>
            <a:r>
              <a:rPr lang="en-US"/>
              <a:t>Click icon to add picture</a:t>
            </a:r>
          </a:p>
        </p:txBody>
      </p:sp>
      <p:sp>
        <p:nvSpPr>
          <p:cNvPr id="20" name="Date Placeholder 3">
            <a:extLst>
              <a:ext uri="{FF2B5EF4-FFF2-40B4-BE49-F238E27FC236}">
                <a16:creationId xmlns:a16="http://schemas.microsoft.com/office/drawing/2014/main" id="{E19B6EE4-4480-4732-A518-32AAC2EC081A}"/>
              </a:ext>
            </a:extLst>
          </p:cNvPr>
          <p:cNvSpPr>
            <a:spLocks noGrp="1"/>
          </p:cNvSpPr>
          <p:nvPr>
            <p:ph type="dt" sz="half" idx="11"/>
          </p:nvPr>
        </p:nvSpPr>
        <p:spPr>
          <a:xfrm>
            <a:off x="838200" y="6356350"/>
            <a:ext cx="2743200" cy="365125"/>
          </a:xfrm>
        </p:spPr>
        <p:txBody>
          <a:bodyPr/>
          <a:lstStyle>
            <a:lvl1pPr>
              <a:defRPr/>
            </a:lvl1pPr>
          </a:lstStyle>
          <a:p>
            <a:r>
              <a:rPr lang="en-US">
                <a:solidFill>
                  <a:schemeClr val="bg1"/>
                </a:solidFill>
                <a:effectLst>
                  <a:outerShdw blurRad="38100" dist="38100" dir="2700000" algn="tl">
                    <a:srgbClr val="000000">
                      <a:alpha val="43137"/>
                    </a:srgbClr>
                  </a:outerShdw>
                </a:effectLst>
              </a:rPr>
              <a:t>20xx</a:t>
            </a:r>
          </a:p>
        </p:txBody>
      </p:sp>
      <p:sp>
        <p:nvSpPr>
          <p:cNvPr id="14" name="Content Placeholder 2">
            <a:extLst>
              <a:ext uri="{FF2B5EF4-FFF2-40B4-BE49-F238E27FC236}">
                <a16:creationId xmlns:a16="http://schemas.microsoft.com/office/drawing/2014/main" id="{1F83215D-2938-4915-9C53-FDF71E3F0E14}"/>
              </a:ext>
            </a:extLst>
          </p:cNvPr>
          <p:cNvSpPr>
            <a:spLocks noGrp="1"/>
          </p:cNvSpPr>
          <p:nvPr>
            <p:ph idx="1" hasCustomPrompt="1"/>
          </p:nvPr>
        </p:nvSpPr>
        <p:spPr>
          <a:xfrm>
            <a:off x="6392583" y="5377543"/>
            <a:ext cx="4434721" cy="978806"/>
          </a:xfrm>
        </p:spPr>
        <p:txBody>
          <a:bodyPr anchor="t">
            <a:normAutofit/>
          </a:bodyPr>
          <a:lstStyle>
            <a:lvl1pPr marL="0" indent="0">
              <a:buNone/>
              <a:defRPr sz="1800"/>
            </a:lvl1pPr>
          </a:lstStyle>
          <a:p>
            <a:r>
              <a:rPr lang="en-US" sz="1800">
                <a:cs typeface="Calibri"/>
              </a:rPr>
              <a:t>Click to edit master text style</a:t>
            </a:r>
          </a:p>
        </p:txBody>
      </p:sp>
      <p:cxnSp>
        <p:nvCxnSpPr>
          <p:cNvPr id="18" name="Straight Connector 17">
            <a:extLst>
              <a:ext uri="{FF2B5EF4-FFF2-40B4-BE49-F238E27FC236}">
                <a16:creationId xmlns:a16="http://schemas.microsoft.com/office/drawing/2014/main" id="{AB8238B2-89F4-4CBF-8949-A4979F889CE8}"/>
              </a:ext>
              <a:ext uri="{C183D7F6-B498-43B3-948B-1728B52AA6E4}">
                <adec:decorative xmlns:adec="http://schemas.microsoft.com/office/drawing/2017/decorative" val="1"/>
              </a:ext>
            </a:extLst>
          </p:cNvPr>
          <p:cNvCxnSpPr>
            <a:cxnSpLocks/>
          </p:cNvCxnSpPr>
          <p:nvPr userDrawn="1"/>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1" name="Footer Placeholder 3">
            <a:extLst>
              <a:ext uri="{FF2B5EF4-FFF2-40B4-BE49-F238E27FC236}">
                <a16:creationId xmlns:a16="http://schemas.microsoft.com/office/drawing/2014/main" id="{EF28DA37-6556-4F96-9D80-0B084FB282B2}"/>
              </a:ext>
            </a:extLst>
          </p:cNvPr>
          <p:cNvSpPr>
            <a:spLocks noGrp="1"/>
          </p:cNvSpPr>
          <p:nvPr>
            <p:ph type="ftr" sz="quarter" idx="13"/>
          </p:nvPr>
        </p:nvSpPr>
        <p:spPr>
          <a:xfrm rot="16200000">
            <a:off x="9812116" y="1591485"/>
            <a:ext cx="3548094" cy="365125"/>
          </a:xfrm>
        </p:spPr>
        <p:txBody>
          <a:bodyPr/>
          <a:lstStyle/>
          <a:p>
            <a:r>
              <a:rPr lang="en-US"/>
              <a:t>Sample footer text</a:t>
            </a:r>
          </a:p>
        </p:txBody>
      </p:sp>
      <p:sp>
        <p:nvSpPr>
          <p:cNvPr id="12" name="Slide Number Placeholder 4">
            <a:extLst>
              <a:ext uri="{FF2B5EF4-FFF2-40B4-BE49-F238E27FC236}">
                <a16:creationId xmlns:a16="http://schemas.microsoft.com/office/drawing/2014/main" id="{6928D1E0-21A1-4EC2-B776-3F8703D3A0E9}"/>
              </a:ext>
            </a:extLst>
          </p:cNvPr>
          <p:cNvSpPr>
            <a:spLocks noGrp="1"/>
          </p:cNvSpPr>
          <p:nvPr>
            <p:ph type="sldNum" sz="quarter" idx="14"/>
          </p:nvPr>
        </p:nvSpPr>
        <p:spPr>
          <a:xfrm>
            <a:off x="8610600" y="6356350"/>
            <a:ext cx="2743200" cy="365125"/>
          </a:xfrm>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1466109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1B15A-5639-4D83-9CDE-B6FC231C544D}"/>
              </a:ext>
            </a:extLst>
          </p:cNvPr>
          <p:cNvSpPr>
            <a:spLocks noGrp="1"/>
          </p:cNvSpPr>
          <p:nvPr>
            <p:ph type="title"/>
          </p:nvPr>
        </p:nvSpPr>
        <p:spPr>
          <a:xfrm>
            <a:off x="578724" y="346498"/>
            <a:ext cx="8117654" cy="1325563"/>
          </a:xfrm>
        </p:spPr>
        <p:txBody>
          <a:bodyPr>
            <a:normAutofit/>
          </a:bodyPr>
          <a:lstStyle>
            <a:lvl1pPr>
              <a:defRPr sz="5400" b="1" cap="none" baseline="0">
                <a:solidFill>
                  <a:schemeClr val="bg1"/>
                </a:solidFill>
              </a:defRPr>
            </a:lvl1pPr>
          </a:lstStyle>
          <a:p>
            <a:r>
              <a:rPr lang="en-US"/>
              <a:t>Click to edit Master title style</a:t>
            </a:r>
          </a:p>
        </p:txBody>
      </p:sp>
      <p:sp>
        <p:nvSpPr>
          <p:cNvPr id="17" name="Picture Placeholder 16">
            <a:extLst>
              <a:ext uri="{FF2B5EF4-FFF2-40B4-BE49-F238E27FC236}">
                <a16:creationId xmlns:a16="http://schemas.microsoft.com/office/drawing/2014/main" id="{AAB6B174-300F-4F50-A575-00A13C163585}"/>
              </a:ext>
            </a:extLst>
          </p:cNvPr>
          <p:cNvSpPr>
            <a:spLocks noGrp="1"/>
          </p:cNvSpPr>
          <p:nvPr>
            <p:ph type="pic" sz="quarter" idx="10"/>
          </p:nvPr>
        </p:nvSpPr>
        <p:spPr>
          <a:xfrm>
            <a:off x="579438" y="2006600"/>
            <a:ext cx="2286000" cy="2608263"/>
          </a:xfrm>
        </p:spPr>
        <p:txBody>
          <a:bodyPr/>
          <a:lstStyle/>
          <a:p>
            <a:r>
              <a:rPr lang="en-US"/>
              <a:t>Click icon to add picture</a:t>
            </a:r>
          </a:p>
        </p:txBody>
      </p:sp>
      <p:sp>
        <p:nvSpPr>
          <p:cNvPr id="18" name="Picture Placeholder 16">
            <a:extLst>
              <a:ext uri="{FF2B5EF4-FFF2-40B4-BE49-F238E27FC236}">
                <a16:creationId xmlns:a16="http://schemas.microsoft.com/office/drawing/2014/main" id="{74E96A81-148E-486F-BEFA-3D3FDB0B412F}"/>
              </a:ext>
            </a:extLst>
          </p:cNvPr>
          <p:cNvSpPr>
            <a:spLocks noGrp="1"/>
          </p:cNvSpPr>
          <p:nvPr>
            <p:ph type="pic" sz="quarter" idx="11"/>
          </p:nvPr>
        </p:nvSpPr>
        <p:spPr>
          <a:xfrm>
            <a:off x="3494908" y="2006380"/>
            <a:ext cx="2286000" cy="2608263"/>
          </a:xfrm>
        </p:spPr>
        <p:txBody>
          <a:bodyPr/>
          <a:lstStyle/>
          <a:p>
            <a:r>
              <a:rPr lang="en-US"/>
              <a:t>Click icon to add picture</a:t>
            </a:r>
          </a:p>
        </p:txBody>
      </p:sp>
      <p:sp>
        <p:nvSpPr>
          <p:cNvPr id="19" name="Picture Placeholder 16">
            <a:extLst>
              <a:ext uri="{FF2B5EF4-FFF2-40B4-BE49-F238E27FC236}">
                <a16:creationId xmlns:a16="http://schemas.microsoft.com/office/drawing/2014/main" id="{17F02522-1BD4-4AC9-BBCB-05010ECC0A8B}"/>
              </a:ext>
            </a:extLst>
          </p:cNvPr>
          <p:cNvSpPr>
            <a:spLocks noGrp="1"/>
          </p:cNvSpPr>
          <p:nvPr>
            <p:ph type="pic" sz="quarter" idx="12"/>
          </p:nvPr>
        </p:nvSpPr>
        <p:spPr>
          <a:xfrm>
            <a:off x="6410378" y="2015722"/>
            <a:ext cx="2286000" cy="2608263"/>
          </a:xfrm>
        </p:spPr>
        <p:txBody>
          <a:bodyPr/>
          <a:lstStyle/>
          <a:p>
            <a:r>
              <a:rPr lang="en-US"/>
              <a:t>Click icon to add picture</a:t>
            </a:r>
          </a:p>
        </p:txBody>
      </p:sp>
      <p:sp>
        <p:nvSpPr>
          <p:cNvPr id="20" name="Picture Placeholder 16">
            <a:extLst>
              <a:ext uri="{FF2B5EF4-FFF2-40B4-BE49-F238E27FC236}">
                <a16:creationId xmlns:a16="http://schemas.microsoft.com/office/drawing/2014/main" id="{E961DC1B-263A-48A8-89E6-541AC356E525}"/>
              </a:ext>
            </a:extLst>
          </p:cNvPr>
          <p:cNvSpPr>
            <a:spLocks noGrp="1"/>
          </p:cNvSpPr>
          <p:nvPr>
            <p:ph type="pic" sz="quarter" idx="13"/>
          </p:nvPr>
        </p:nvSpPr>
        <p:spPr>
          <a:xfrm>
            <a:off x="9327276" y="2006379"/>
            <a:ext cx="2286000" cy="2608263"/>
          </a:xfrm>
        </p:spPr>
        <p:txBody>
          <a:bodyPr/>
          <a:lstStyle/>
          <a:p>
            <a:r>
              <a:rPr lang="en-US"/>
              <a:t>Click icon to add picture</a:t>
            </a:r>
          </a:p>
        </p:txBody>
      </p:sp>
      <p:sp>
        <p:nvSpPr>
          <p:cNvPr id="21" name="Text Placeholder 27">
            <a:extLst>
              <a:ext uri="{FF2B5EF4-FFF2-40B4-BE49-F238E27FC236}">
                <a16:creationId xmlns:a16="http://schemas.microsoft.com/office/drawing/2014/main" id="{2C4443B1-A455-4AF9-BE87-A07EA91F850A}"/>
              </a:ext>
            </a:extLst>
          </p:cNvPr>
          <p:cNvSpPr>
            <a:spLocks noGrp="1"/>
          </p:cNvSpPr>
          <p:nvPr>
            <p:ph type="body" sz="quarter" idx="17" hasCustomPrompt="1"/>
          </p:nvPr>
        </p:nvSpPr>
        <p:spPr>
          <a:xfrm>
            <a:off x="578724" y="5017734"/>
            <a:ext cx="2286000" cy="350292"/>
          </a:xfrm>
        </p:spPr>
        <p:txBody>
          <a:bodyPr>
            <a:noAutofit/>
          </a:bodyPr>
          <a:lstStyle>
            <a:lvl1pPr marL="36900" indent="0" algn="ctr">
              <a:buNone/>
              <a:defRPr lang="en-US" sz="1600" b="1" i="0" kern="1200" cap="all" spc="400" baseline="0" dirty="0" smtClean="0">
                <a:solidFill>
                  <a:schemeClr val="bg1"/>
                </a:solidFill>
                <a:latin typeface="+mn-lt"/>
                <a:ea typeface="+mj-ea"/>
                <a:cs typeface="+mj-cs"/>
              </a:defRPr>
            </a:lvl1pPr>
            <a:lvl2pPr marL="0" indent="0">
              <a:buNone/>
              <a:defRPr/>
            </a:lvl2pPr>
          </a:lstStyle>
          <a:p>
            <a:pPr lvl="0"/>
            <a:r>
              <a:rPr lang="en-US"/>
              <a:t>CLICK TO EDIT</a:t>
            </a:r>
          </a:p>
        </p:txBody>
      </p:sp>
      <p:sp>
        <p:nvSpPr>
          <p:cNvPr id="22" name="Text Placeholder 27">
            <a:extLst>
              <a:ext uri="{FF2B5EF4-FFF2-40B4-BE49-F238E27FC236}">
                <a16:creationId xmlns:a16="http://schemas.microsoft.com/office/drawing/2014/main" id="{EEC7D0BC-E2A5-4FBE-A334-D9FF80B0DD3E}"/>
              </a:ext>
            </a:extLst>
          </p:cNvPr>
          <p:cNvSpPr>
            <a:spLocks noGrp="1"/>
          </p:cNvSpPr>
          <p:nvPr>
            <p:ph type="body" sz="quarter" idx="18"/>
          </p:nvPr>
        </p:nvSpPr>
        <p:spPr>
          <a:xfrm>
            <a:off x="578724" y="5352052"/>
            <a:ext cx="2286000" cy="350292"/>
          </a:xfrm>
        </p:spPr>
        <p:txBody>
          <a:bodyPr>
            <a:noAutofit/>
          </a:bodyPr>
          <a:lstStyle>
            <a:lvl1pPr marL="36900" indent="0" algn="ctr">
              <a:buNone/>
              <a:defRPr lang="en-US" sz="1400" kern="1200" dirty="0" smtClean="0">
                <a:solidFill>
                  <a:schemeClr val="bg1"/>
                </a:solidFill>
                <a:latin typeface="+mn-lt"/>
                <a:ea typeface="+mn-ea"/>
                <a:cs typeface="+mn-cs"/>
              </a:defRPr>
            </a:lvl1pPr>
            <a:lvl2pPr marL="0" indent="0">
              <a:buNone/>
              <a:defRPr/>
            </a:lvl2pPr>
          </a:lstStyle>
          <a:p>
            <a:pPr lvl="0"/>
            <a:r>
              <a:rPr lang="en-US"/>
              <a:t>Click to edit Master text styles</a:t>
            </a:r>
          </a:p>
        </p:txBody>
      </p:sp>
      <p:sp>
        <p:nvSpPr>
          <p:cNvPr id="23" name="Text Placeholder 27">
            <a:extLst>
              <a:ext uri="{FF2B5EF4-FFF2-40B4-BE49-F238E27FC236}">
                <a16:creationId xmlns:a16="http://schemas.microsoft.com/office/drawing/2014/main" id="{0CC80C9C-897F-4C36-8150-427548D8FFCA}"/>
              </a:ext>
            </a:extLst>
          </p:cNvPr>
          <p:cNvSpPr>
            <a:spLocks noGrp="1"/>
          </p:cNvSpPr>
          <p:nvPr>
            <p:ph type="body" sz="quarter" idx="19" hasCustomPrompt="1"/>
          </p:nvPr>
        </p:nvSpPr>
        <p:spPr>
          <a:xfrm>
            <a:off x="3494908" y="5017734"/>
            <a:ext cx="2286000" cy="350292"/>
          </a:xfrm>
        </p:spPr>
        <p:txBody>
          <a:bodyPr>
            <a:noAutofit/>
          </a:bodyPr>
          <a:lstStyle>
            <a:lvl1pPr marL="36900" indent="0" algn="ctr">
              <a:buNone/>
              <a:defRPr lang="en-US" sz="1600" b="1" i="0" kern="1200" cap="all" spc="400" baseline="0" dirty="0" smtClean="0">
                <a:solidFill>
                  <a:schemeClr val="bg1"/>
                </a:solidFill>
                <a:latin typeface="+mn-lt"/>
                <a:ea typeface="+mj-ea"/>
                <a:cs typeface="+mj-cs"/>
              </a:defRPr>
            </a:lvl1pPr>
            <a:lvl2pPr marL="0" indent="0">
              <a:buNone/>
              <a:defRPr/>
            </a:lvl2pPr>
          </a:lstStyle>
          <a:p>
            <a:pPr marL="36900" lvl="0" indent="0" algn="ctr" defTabSz="914400" rtl="0" eaLnBrk="1" latinLnBrk="0" hangingPunct="1">
              <a:lnSpc>
                <a:spcPct val="90000"/>
              </a:lnSpc>
              <a:spcBef>
                <a:spcPts val="1000"/>
              </a:spcBef>
              <a:buFont typeface="Arial" panose="020B0604020202020204" pitchFamily="34" charset="0"/>
              <a:buNone/>
            </a:pPr>
            <a:r>
              <a:rPr lang="en-US"/>
              <a:t>CLICK TO EDIT</a:t>
            </a:r>
          </a:p>
        </p:txBody>
      </p:sp>
      <p:sp>
        <p:nvSpPr>
          <p:cNvPr id="24" name="Text Placeholder 27">
            <a:extLst>
              <a:ext uri="{FF2B5EF4-FFF2-40B4-BE49-F238E27FC236}">
                <a16:creationId xmlns:a16="http://schemas.microsoft.com/office/drawing/2014/main" id="{A621D1DC-4C76-4E2F-A56F-7D7C193776A5}"/>
              </a:ext>
            </a:extLst>
          </p:cNvPr>
          <p:cNvSpPr>
            <a:spLocks noGrp="1"/>
          </p:cNvSpPr>
          <p:nvPr>
            <p:ph type="body" sz="quarter" idx="20"/>
          </p:nvPr>
        </p:nvSpPr>
        <p:spPr>
          <a:xfrm>
            <a:off x="3494908" y="5352052"/>
            <a:ext cx="2286000" cy="350292"/>
          </a:xfrm>
        </p:spPr>
        <p:txBody>
          <a:bodyPr>
            <a:noAutofit/>
          </a:bodyPr>
          <a:lstStyle>
            <a:lvl1pPr marL="36900" indent="0" algn="ctr">
              <a:buNone/>
              <a:defRPr lang="en-US" sz="1400" kern="1200" dirty="0" smtClean="0">
                <a:solidFill>
                  <a:schemeClr val="bg1"/>
                </a:solidFill>
                <a:latin typeface="+mn-lt"/>
                <a:ea typeface="+mn-ea"/>
                <a:cs typeface="+mn-cs"/>
              </a:defRPr>
            </a:lvl1pPr>
            <a:lvl2pPr marL="0" indent="0">
              <a:buNone/>
              <a:defRPr/>
            </a:lvl2pPr>
          </a:lstStyle>
          <a:p>
            <a:pPr lvl="0"/>
            <a:r>
              <a:rPr lang="en-US"/>
              <a:t>Click to edit Master text styles</a:t>
            </a:r>
          </a:p>
        </p:txBody>
      </p:sp>
      <p:sp>
        <p:nvSpPr>
          <p:cNvPr id="25" name="Text Placeholder 27">
            <a:extLst>
              <a:ext uri="{FF2B5EF4-FFF2-40B4-BE49-F238E27FC236}">
                <a16:creationId xmlns:a16="http://schemas.microsoft.com/office/drawing/2014/main" id="{2DF3BDDA-6F5B-42F5-B623-12E87B19908B}"/>
              </a:ext>
            </a:extLst>
          </p:cNvPr>
          <p:cNvSpPr>
            <a:spLocks noGrp="1"/>
          </p:cNvSpPr>
          <p:nvPr>
            <p:ph type="body" sz="quarter" idx="21" hasCustomPrompt="1"/>
          </p:nvPr>
        </p:nvSpPr>
        <p:spPr>
          <a:xfrm>
            <a:off x="6410378" y="5017734"/>
            <a:ext cx="2286000" cy="350292"/>
          </a:xfrm>
        </p:spPr>
        <p:txBody>
          <a:bodyPr>
            <a:noAutofit/>
          </a:bodyPr>
          <a:lstStyle>
            <a:lvl1pPr marL="36900" indent="0" algn="ctr">
              <a:buNone/>
              <a:defRPr lang="en-US" sz="1600" b="1" i="0" kern="1200" cap="all" spc="400" baseline="0" dirty="0" smtClean="0">
                <a:solidFill>
                  <a:schemeClr val="bg1"/>
                </a:solidFill>
                <a:latin typeface="+mn-lt"/>
                <a:ea typeface="+mj-ea"/>
                <a:cs typeface="+mj-cs"/>
              </a:defRPr>
            </a:lvl1pPr>
            <a:lvl2pPr marL="0" indent="0">
              <a:buNone/>
              <a:defRPr/>
            </a:lvl2pPr>
          </a:lstStyle>
          <a:p>
            <a:pPr marL="36900" lvl="0" indent="0" algn="ctr" defTabSz="914400" rtl="0" eaLnBrk="1" latinLnBrk="0" hangingPunct="1">
              <a:lnSpc>
                <a:spcPct val="90000"/>
              </a:lnSpc>
              <a:spcBef>
                <a:spcPts val="1000"/>
              </a:spcBef>
              <a:buFont typeface="Arial" panose="020B0604020202020204" pitchFamily="34" charset="0"/>
              <a:buNone/>
            </a:pPr>
            <a:r>
              <a:rPr lang="en-US"/>
              <a:t>CLICK TO EDIT</a:t>
            </a:r>
          </a:p>
        </p:txBody>
      </p:sp>
      <p:sp>
        <p:nvSpPr>
          <p:cNvPr id="26" name="Text Placeholder 27">
            <a:extLst>
              <a:ext uri="{FF2B5EF4-FFF2-40B4-BE49-F238E27FC236}">
                <a16:creationId xmlns:a16="http://schemas.microsoft.com/office/drawing/2014/main" id="{332AD10F-DEDB-4199-BAF1-536999434B01}"/>
              </a:ext>
            </a:extLst>
          </p:cNvPr>
          <p:cNvSpPr>
            <a:spLocks noGrp="1"/>
          </p:cNvSpPr>
          <p:nvPr>
            <p:ph type="body" sz="quarter" idx="22"/>
          </p:nvPr>
        </p:nvSpPr>
        <p:spPr>
          <a:xfrm>
            <a:off x="6410378" y="5352052"/>
            <a:ext cx="2286000" cy="350292"/>
          </a:xfrm>
        </p:spPr>
        <p:txBody>
          <a:bodyPr>
            <a:noAutofit/>
          </a:bodyPr>
          <a:lstStyle>
            <a:lvl1pPr marL="36900" indent="0" algn="ctr">
              <a:buNone/>
              <a:defRPr lang="en-US" sz="1400" kern="1200" dirty="0" smtClean="0">
                <a:solidFill>
                  <a:schemeClr val="bg1"/>
                </a:solidFill>
                <a:latin typeface="+mn-lt"/>
                <a:ea typeface="+mn-ea"/>
                <a:cs typeface="+mn-cs"/>
              </a:defRPr>
            </a:lvl1pPr>
            <a:lvl2pPr marL="0" indent="0">
              <a:buNone/>
              <a:defRPr/>
            </a:lvl2pPr>
          </a:lstStyle>
          <a:p>
            <a:pPr lvl="0"/>
            <a:r>
              <a:rPr lang="en-US"/>
              <a:t>Click to edit Master text styles</a:t>
            </a:r>
          </a:p>
        </p:txBody>
      </p:sp>
      <p:sp>
        <p:nvSpPr>
          <p:cNvPr id="27" name="Text Placeholder 27">
            <a:extLst>
              <a:ext uri="{FF2B5EF4-FFF2-40B4-BE49-F238E27FC236}">
                <a16:creationId xmlns:a16="http://schemas.microsoft.com/office/drawing/2014/main" id="{28F12227-FF8F-4C6B-910E-91A315DC2206}"/>
              </a:ext>
            </a:extLst>
          </p:cNvPr>
          <p:cNvSpPr>
            <a:spLocks noGrp="1"/>
          </p:cNvSpPr>
          <p:nvPr>
            <p:ph type="body" sz="quarter" idx="23" hasCustomPrompt="1"/>
          </p:nvPr>
        </p:nvSpPr>
        <p:spPr>
          <a:xfrm>
            <a:off x="9325847" y="5017734"/>
            <a:ext cx="2285999" cy="350292"/>
          </a:xfrm>
        </p:spPr>
        <p:txBody>
          <a:bodyPr>
            <a:noAutofit/>
          </a:bodyPr>
          <a:lstStyle>
            <a:lvl1pPr marL="36900" indent="0" algn="ctr">
              <a:buNone/>
              <a:defRPr lang="en-US" sz="1600" b="1" i="0" kern="1200" cap="all" spc="400" baseline="0" dirty="0" smtClean="0">
                <a:solidFill>
                  <a:schemeClr val="bg1"/>
                </a:solidFill>
                <a:latin typeface="+mn-lt"/>
                <a:ea typeface="+mj-ea"/>
                <a:cs typeface="+mj-cs"/>
              </a:defRPr>
            </a:lvl1pPr>
            <a:lvl2pPr marL="0" indent="0">
              <a:buNone/>
              <a:defRPr/>
            </a:lvl2pPr>
          </a:lstStyle>
          <a:p>
            <a:pPr marL="36900" lvl="0" indent="0" algn="ctr" defTabSz="914400" rtl="0" eaLnBrk="1" latinLnBrk="0" hangingPunct="1">
              <a:lnSpc>
                <a:spcPct val="90000"/>
              </a:lnSpc>
              <a:spcBef>
                <a:spcPts val="1000"/>
              </a:spcBef>
              <a:buFont typeface="Arial" panose="020B0604020202020204" pitchFamily="34" charset="0"/>
              <a:buNone/>
            </a:pPr>
            <a:r>
              <a:rPr lang="en-US"/>
              <a:t>CLICK TO EDIT</a:t>
            </a:r>
          </a:p>
        </p:txBody>
      </p:sp>
      <p:sp>
        <p:nvSpPr>
          <p:cNvPr id="28" name="Text Placeholder 27">
            <a:extLst>
              <a:ext uri="{FF2B5EF4-FFF2-40B4-BE49-F238E27FC236}">
                <a16:creationId xmlns:a16="http://schemas.microsoft.com/office/drawing/2014/main" id="{D8C71F03-1105-4059-948E-EE58B5878A75}"/>
              </a:ext>
            </a:extLst>
          </p:cNvPr>
          <p:cNvSpPr>
            <a:spLocks noGrp="1"/>
          </p:cNvSpPr>
          <p:nvPr>
            <p:ph type="body" sz="quarter" idx="24"/>
          </p:nvPr>
        </p:nvSpPr>
        <p:spPr>
          <a:xfrm>
            <a:off x="9325847" y="5352052"/>
            <a:ext cx="2285999" cy="350292"/>
          </a:xfrm>
        </p:spPr>
        <p:txBody>
          <a:bodyPr>
            <a:noAutofit/>
          </a:bodyPr>
          <a:lstStyle>
            <a:lvl1pPr marL="36900" indent="0" algn="ctr">
              <a:buNone/>
              <a:defRPr lang="en-US" sz="1400" kern="1200" dirty="0" smtClean="0">
                <a:solidFill>
                  <a:schemeClr val="bg1"/>
                </a:solidFill>
                <a:latin typeface="+mn-lt"/>
                <a:ea typeface="+mn-ea"/>
                <a:cs typeface="+mn-cs"/>
              </a:defRPr>
            </a:lvl1pPr>
            <a:lvl2pPr marL="0" indent="0">
              <a:buNone/>
              <a:defRPr/>
            </a:lvl2pPr>
          </a:lstStyle>
          <a:p>
            <a:pPr lvl="0"/>
            <a:r>
              <a:rPr lang="en-US"/>
              <a:t>Click to edit Master text styles</a:t>
            </a:r>
          </a:p>
        </p:txBody>
      </p:sp>
      <p:sp>
        <p:nvSpPr>
          <p:cNvPr id="3" name="Date Placeholder 2">
            <a:extLst>
              <a:ext uri="{FF2B5EF4-FFF2-40B4-BE49-F238E27FC236}">
                <a16:creationId xmlns:a16="http://schemas.microsoft.com/office/drawing/2014/main" id="{37ED29C9-824B-4147-81C3-28968F4647D1}"/>
              </a:ext>
            </a:extLst>
          </p:cNvPr>
          <p:cNvSpPr>
            <a:spLocks noGrp="1"/>
          </p:cNvSpPr>
          <p:nvPr>
            <p:ph type="dt" sz="half" idx="25"/>
          </p:nvPr>
        </p:nvSpPr>
        <p:spPr>
          <a:xfrm>
            <a:off x="661988" y="6133917"/>
            <a:ext cx="2743200" cy="365125"/>
          </a:xfrm>
        </p:spPr>
        <p:txBody>
          <a:bodyPr/>
          <a:lstStyle>
            <a:lvl1pPr>
              <a:defRPr>
                <a:solidFill>
                  <a:schemeClr val="bg1"/>
                </a:solidFill>
              </a:defRPr>
            </a:lvl1pPr>
          </a:lstStyle>
          <a:p>
            <a:r>
              <a:rPr lang="en-US"/>
              <a:t>20xx</a:t>
            </a:r>
          </a:p>
        </p:txBody>
      </p:sp>
      <p:sp>
        <p:nvSpPr>
          <p:cNvPr id="4" name="Footer Placeholder 3">
            <a:extLst>
              <a:ext uri="{FF2B5EF4-FFF2-40B4-BE49-F238E27FC236}">
                <a16:creationId xmlns:a16="http://schemas.microsoft.com/office/drawing/2014/main" id="{70238C45-011A-48F8-A346-A07B1E830B47}"/>
              </a:ext>
            </a:extLst>
          </p:cNvPr>
          <p:cNvSpPr>
            <a:spLocks noGrp="1"/>
          </p:cNvSpPr>
          <p:nvPr>
            <p:ph type="ftr" sz="quarter" idx="26"/>
          </p:nvPr>
        </p:nvSpPr>
        <p:spPr>
          <a:xfrm>
            <a:off x="8505757" y="845343"/>
            <a:ext cx="3633923" cy="365125"/>
          </a:xfrm>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213C46EB-807F-48CF-988B-E006AEC9992C}"/>
              </a:ext>
            </a:extLst>
          </p:cNvPr>
          <p:cNvSpPr>
            <a:spLocks noGrp="1"/>
          </p:cNvSpPr>
          <p:nvPr>
            <p:ph type="sldNum" sz="quarter" idx="27"/>
          </p:nvPr>
        </p:nvSpPr>
        <p:spPr>
          <a:xfrm>
            <a:off x="8610600" y="6160417"/>
            <a:ext cx="2743200" cy="365125"/>
          </a:xfrm>
        </p:spPr>
        <p:txBody>
          <a:bodyPr/>
          <a:lstStyle>
            <a:lvl1pPr>
              <a:defRPr>
                <a:solidFill>
                  <a:schemeClr val="bg1"/>
                </a:solidFill>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517703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ntent 2 column (comparison sl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lvl1pPr>
              <a:lnSpc>
                <a:spcPts val="2500"/>
              </a:lnSpc>
              <a:defRPr sz="2000"/>
            </a:lvl1pPr>
            <a:lvl2pPr>
              <a:lnSpc>
                <a:spcPts val="2500"/>
              </a:lnSpc>
              <a:defRPr sz="2000"/>
            </a:lvl2pPr>
            <a:lvl3pPr>
              <a:lnSpc>
                <a:spcPts val="2500"/>
              </a:lnSpc>
              <a:defRPr sz="2000"/>
            </a:lvl3pPr>
            <a:lvl4pPr>
              <a:lnSpc>
                <a:spcPts val="2500"/>
              </a:lnSpc>
              <a:defRPr sz="2000"/>
            </a:lvl4pPr>
            <a:lvl5pPr>
              <a:lnSpc>
                <a:spcPts val="25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normAutofit/>
          </a:bodyPr>
          <a:lstStyle>
            <a:lvl1pPr>
              <a:lnSpc>
                <a:spcPts val="2500"/>
              </a:lnSpc>
              <a:defRPr sz="2000"/>
            </a:lvl1pPr>
            <a:lvl2pPr>
              <a:lnSpc>
                <a:spcPts val="2500"/>
              </a:lnSpc>
              <a:defRPr sz="2000"/>
            </a:lvl2pPr>
            <a:lvl3pPr>
              <a:lnSpc>
                <a:spcPts val="2500"/>
              </a:lnSpc>
              <a:defRPr sz="2000"/>
            </a:lvl3pPr>
            <a:lvl4pPr>
              <a:lnSpc>
                <a:spcPts val="2500"/>
              </a:lnSpc>
              <a:defRPr sz="2000"/>
            </a:lvl4pPr>
            <a:lvl5pPr>
              <a:lnSpc>
                <a:spcPts val="25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lvl1pPr>
              <a:defRPr/>
            </a:lvl1pPr>
          </a:lstStyle>
          <a:p>
            <a:r>
              <a:rPr lang="en-US"/>
              <a:t>20xx</a:t>
            </a:r>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94A09A9-5501-47C1-A89A-A340965A2BE2}"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1" name="Graphic 15">
            <a:extLst>
              <a:ext uri="{FF2B5EF4-FFF2-40B4-BE49-F238E27FC236}">
                <a16:creationId xmlns:a16="http://schemas.microsoft.com/office/drawing/2014/main" id="{AF89E921-750A-4005-BEC2-04B9514B2D76}"/>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2" name="Graphic 16">
            <a:extLst>
              <a:ext uri="{FF2B5EF4-FFF2-40B4-BE49-F238E27FC236}">
                <a16:creationId xmlns:a16="http://schemas.microsoft.com/office/drawing/2014/main" id="{3B378915-E570-47AE-8F85-FB8ED4A6CC72}"/>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sp>
        <p:nvSpPr>
          <p:cNvPr id="13" name="Graphic 14">
            <a:extLst>
              <a:ext uri="{FF2B5EF4-FFF2-40B4-BE49-F238E27FC236}">
                <a16:creationId xmlns:a16="http://schemas.microsoft.com/office/drawing/2014/main" id="{3AF1E926-D68F-4DC8-9F6D-C2C1576F92E5}"/>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1301667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noAutofit/>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9" y="1681163"/>
            <a:ext cx="328220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9" y="2505075"/>
            <a:ext cx="3282206" cy="3684588"/>
          </a:xfrm>
        </p:spPr>
        <p:txBody>
          <a:bodyPr>
            <a:noAutofit/>
          </a:bodyPr>
          <a:lstStyle>
            <a:lvl1pPr>
              <a:lnSpc>
                <a:spcPts val="2500"/>
              </a:lnSpc>
              <a:defRPr sz="2000"/>
            </a:lvl1pPr>
            <a:lvl2pPr>
              <a:lnSpc>
                <a:spcPts val="2500"/>
              </a:lnSpc>
              <a:defRPr sz="2000"/>
            </a:lvl2pPr>
            <a:lvl3pPr>
              <a:lnSpc>
                <a:spcPts val="2500"/>
              </a:lnSpc>
              <a:defRPr sz="2000"/>
            </a:lvl3pPr>
            <a:lvl4pPr>
              <a:lnSpc>
                <a:spcPts val="2500"/>
              </a:lnSpc>
              <a:defRPr sz="2000"/>
            </a:lvl4pPr>
            <a:lvl5pPr>
              <a:lnSpc>
                <a:spcPts val="25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4446815" y="1681163"/>
            <a:ext cx="329837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4446815" y="2505075"/>
            <a:ext cx="3298370" cy="3684588"/>
          </a:xfrm>
        </p:spPr>
        <p:txBody>
          <a:bodyPr>
            <a:noAutofit/>
          </a:bodyPr>
          <a:lstStyle>
            <a:lvl1pPr>
              <a:lnSpc>
                <a:spcPts val="2500"/>
              </a:lnSpc>
              <a:defRPr sz="2000"/>
            </a:lvl1pPr>
            <a:lvl2pPr>
              <a:lnSpc>
                <a:spcPts val="2500"/>
              </a:lnSpc>
              <a:defRPr sz="2000"/>
            </a:lvl2pPr>
            <a:lvl3pPr>
              <a:lnSpc>
                <a:spcPts val="2500"/>
              </a:lnSpc>
              <a:defRPr sz="2000"/>
            </a:lvl3pPr>
            <a:lvl4pPr>
              <a:lnSpc>
                <a:spcPts val="2500"/>
              </a:lnSpc>
              <a:defRPr sz="2000"/>
            </a:lvl4pPr>
            <a:lvl5pPr>
              <a:lnSpc>
                <a:spcPts val="25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lvl1pPr>
              <a:defRPr/>
            </a:lvl1pPr>
          </a:lstStyle>
          <a:p>
            <a:r>
              <a:rPr lang="en-US"/>
              <a:t>20xx</a:t>
            </a:r>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94A09A9-5501-47C1-A89A-A340965A2BE2}"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1" name="Text Placeholder 4">
            <a:extLst>
              <a:ext uri="{FF2B5EF4-FFF2-40B4-BE49-F238E27FC236}">
                <a16:creationId xmlns:a16="http://schemas.microsoft.com/office/drawing/2014/main" id="{EF0B73B7-7EF9-4436-8B85-AC6CB551C086}"/>
              </a:ext>
            </a:extLst>
          </p:cNvPr>
          <p:cNvSpPr>
            <a:spLocks noGrp="1"/>
          </p:cNvSpPr>
          <p:nvPr>
            <p:ph type="body" sz="quarter" idx="13"/>
          </p:nvPr>
        </p:nvSpPr>
        <p:spPr>
          <a:xfrm>
            <a:off x="8053841" y="1681163"/>
            <a:ext cx="329837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012A1950-E837-4678-94B1-FA24467145A1}"/>
              </a:ext>
            </a:extLst>
          </p:cNvPr>
          <p:cNvSpPr>
            <a:spLocks noGrp="1"/>
          </p:cNvSpPr>
          <p:nvPr>
            <p:ph sz="quarter" idx="14"/>
          </p:nvPr>
        </p:nvSpPr>
        <p:spPr>
          <a:xfrm>
            <a:off x="8053841" y="2505075"/>
            <a:ext cx="3298370" cy="3684588"/>
          </a:xfrm>
        </p:spPr>
        <p:txBody>
          <a:bodyPr>
            <a:noAutofit/>
          </a:bodyPr>
          <a:lstStyle>
            <a:lvl1pPr>
              <a:lnSpc>
                <a:spcPts val="2500"/>
              </a:lnSpc>
              <a:defRPr sz="2000"/>
            </a:lvl1pPr>
            <a:lvl2pPr>
              <a:lnSpc>
                <a:spcPts val="2500"/>
              </a:lnSpc>
              <a:defRPr sz="2000"/>
            </a:lvl2pPr>
            <a:lvl3pPr>
              <a:lnSpc>
                <a:spcPts val="2500"/>
              </a:lnSpc>
              <a:defRPr sz="2000"/>
            </a:lvl3pPr>
            <a:lvl4pPr>
              <a:lnSpc>
                <a:spcPts val="2500"/>
              </a:lnSpc>
              <a:defRPr sz="2000"/>
            </a:lvl4pPr>
            <a:lvl5pPr>
              <a:lnSpc>
                <a:spcPts val="25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Graphic 15">
            <a:extLst>
              <a:ext uri="{FF2B5EF4-FFF2-40B4-BE49-F238E27FC236}">
                <a16:creationId xmlns:a16="http://schemas.microsoft.com/office/drawing/2014/main" id="{C425DB15-1B5A-4780-98B4-C0921A42F5E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4" name="Graphic 16">
            <a:extLst>
              <a:ext uri="{FF2B5EF4-FFF2-40B4-BE49-F238E27FC236}">
                <a16:creationId xmlns:a16="http://schemas.microsoft.com/office/drawing/2014/main" id="{996A2980-FE4D-41BC-9B3F-DEC465C64C2D}"/>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sp>
        <p:nvSpPr>
          <p:cNvPr id="15" name="Graphic 14">
            <a:extLst>
              <a:ext uri="{FF2B5EF4-FFF2-40B4-BE49-F238E27FC236}">
                <a16:creationId xmlns:a16="http://schemas.microsoft.com/office/drawing/2014/main" id="{2BBEE260-2DCA-4E68-9719-2D94DA7933BA}"/>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Tree>
    <p:extLst>
      <p:ext uri="{BB962C8B-B14F-4D97-AF65-F5344CB8AC3E}">
        <p14:creationId xmlns:p14="http://schemas.microsoft.com/office/powerpoint/2010/main" val="896866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8E95D367-78A2-47F5-B8D8-808AF3A34589}"/>
              </a:ext>
              <a:ext uri="{C183D7F6-B498-43B3-948B-1728B52AA6E4}">
                <adec:decorative xmlns:adec="http://schemas.microsoft.com/office/drawing/2017/decorative" val="1"/>
              </a:ext>
            </a:extLst>
          </p:cNvPr>
          <p:cNvCxnSpPr>
            <a:cxnSpLocks/>
          </p:cNvCxnSpPr>
          <p:nvPr userDrawn="1"/>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18" name="Graphic 11">
            <a:extLst>
              <a:ext uri="{FF2B5EF4-FFF2-40B4-BE49-F238E27FC236}">
                <a16:creationId xmlns:a16="http://schemas.microsoft.com/office/drawing/2014/main" id="{6109EF88-13AD-41C1-97AF-8C27729818AE}"/>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9" name="Graphic 10">
            <a:extLst>
              <a:ext uri="{FF2B5EF4-FFF2-40B4-BE49-F238E27FC236}">
                <a16:creationId xmlns:a16="http://schemas.microsoft.com/office/drawing/2014/main" id="{45E9990E-4826-4D59-9C78-9A4A6CA115C1}"/>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78F2C717-2A7A-4268-8EAA-2647EC66720C}"/>
              </a:ext>
            </a:extLst>
          </p:cNvPr>
          <p:cNvSpPr>
            <a:spLocks noGrp="1"/>
          </p:cNvSpPr>
          <p:nvPr>
            <p:ph type="title"/>
          </p:nvPr>
        </p:nvSpPr>
        <p:spPr>
          <a:xfrm>
            <a:off x="838200" y="989031"/>
            <a:ext cx="4984628" cy="1491339"/>
          </a:xfrm>
        </p:spPr>
        <p:txBody>
          <a:bodyPr anchor="b">
            <a:normAutofit/>
          </a:bodyPr>
          <a:lstStyle>
            <a:lvl1pPr>
              <a:defRPr sz="5400"/>
            </a:lvl1pPr>
          </a:lstStyle>
          <a:p>
            <a:r>
              <a:rPr lang="en-US"/>
              <a:t>Click to edit Master title style</a:t>
            </a:r>
          </a:p>
        </p:txBody>
      </p:sp>
      <p:sp>
        <p:nvSpPr>
          <p:cNvPr id="6" name="Text Placeholder 5">
            <a:extLst>
              <a:ext uri="{FF2B5EF4-FFF2-40B4-BE49-F238E27FC236}">
                <a16:creationId xmlns:a16="http://schemas.microsoft.com/office/drawing/2014/main" id="{FAFC668B-6914-4B3A-B7DF-20E1580B17B9}"/>
              </a:ext>
            </a:extLst>
          </p:cNvPr>
          <p:cNvSpPr>
            <a:spLocks noGrp="1"/>
          </p:cNvSpPr>
          <p:nvPr>
            <p:ph type="body" sz="quarter" idx="15"/>
          </p:nvPr>
        </p:nvSpPr>
        <p:spPr>
          <a:xfrm>
            <a:off x="838200" y="2814530"/>
            <a:ext cx="4984628" cy="3359258"/>
          </a:xfrm>
        </p:spPr>
        <p:txBody>
          <a:bodyPr>
            <a:normAutofit/>
          </a:bodyPr>
          <a:lstStyle>
            <a:lvl1pPr marL="0" indent="0">
              <a:buNone/>
              <a:defRPr lang="en-US" sz="1800" kern="1200" dirty="0" smtClean="0">
                <a:solidFill>
                  <a:schemeClr val="tx1"/>
                </a:solidFill>
                <a:latin typeface="+mn-lt"/>
                <a:ea typeface="+mn-ea"/>
                <a:cs typeface="+mn-cs"/>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97407AA4-CC80-45E8-B78C-F0CF17563888}"/>
              </a:ext>
            </a:extLst>
          </p:cNvPr>
          <p:cNvSpPr>
            <a:spLocks noGrp="1"/>
          </p:cNvSpPr>
          <p:nvPr>
            <p:ph type="pic" sz="quarter" idx="13"/>
          </p:nvPr>
        </p:nvSpPr>
        <p:spPr>
          <a:xfrm>
            <a:off x="7464666" y="1678220"/>
            <a:ext cx="4267645" cy="4267645"/>
          </a:xfrm>
          <a:custGeom>
            <a:avLst/>
            <a:gdLst>
              <a:gd name="connsiteX0" fmla="*/ 2133823 w 4267645"/>
              <a:gd name="connsiteY0" fmla="*/ 0 h 4267645"/>
              <a:gd name="connsiteX1" fmla="*/ 4267645 w 4267645"/>
              <a:gd name="connsiteY1" fmla="*/ 2133823 h 4267645"/>
              <a:gd name="connsiteX2" fmla="*/ 2133823 w 4267645"/>
              <a:gd name="connsiteY2" fmla="*/ 4267645 h 4267645"/>
              <a:gd name="connsiteX3" fmla="*/ 0 w 4267645"/>
              <a:gd name="connsiteY3" fmla="*/ 2133823 h 4267645"/>
              <a:gd name="connsiteX4" fmla="*/ 2133823 w 4267645"/>
              <a:gd name="connsiteY4" fmla="*/ 0 h 4267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645" h="4267645">
                <a:moveTo>
                  <a:pt x="2133823" y="0"/>
                </a:moveTo>
                <a:cubicBezTo>
                  <a:pt x="3312299" y="0"/>
                  <a:pt x="4267645" y="955346"/>
                  <a:pt x="4267645" y="2133823"/>
                </a:cubicBezTo>
                <a:cubicBezTo>
                  <a:pt x="4267645" y="3312300"/>
                  <a:pt x="3312299" y="4267645"/>
                  <a:pt x="2133823" y="4267645"/>
                </a:cubicBezTo>
                <a:cubicBezTo>
                  <a:pt x="955346" y="4267645"/>
                  <a:pt x="0" y="3312300"/>
                  <a:pt x="0" y="2133823"/>
                </a:cubicBezTo>
                <a:cubicBezTo>
                  <a:pt x="0" y="955346"/>
                  <a:pt x="955346" y="0"/>
                  <a:pt x="2133823" y="0"/>
                </a:cubicBezTo>
                <a:close/>
              </a:path>
            </a:pathLst>
          </a:custGeom>
        </p:spPr>
        <p:txBody>
          <a:bodyPr wrap="square" anchor="ctr">
            <a:noAutofit/>
          </a:bodyPr>
          <a:lstStyle>
            <a:lvl1pPr algn="ctr">
              <a:defRPr/>
            </a:lvl1pPr>
          </a:lstStyle>
          <a:p>
            <a:r>
              <a:rPr lang="en-US"/>
              <a:t>Click icon to add picture</a:t>
            </a:r>
          </a:p>
        </p:txBody>
      </p:sp>
      <p:sp>
        <p:nvSpPr>
          <p:cNvPr id="3" name="Date Placeholder 2">
            <a:extLst>
              <a:ext uri="{FF2B5EF4-FFF2-40B4-BE49-F238E27FC236}">
                <a16:creationId xmlns:a16="http://schemas.microsoft.com/office/drawing/2014/main" id="{C158C582-BD9C-49F9-8097-36611CFF1643}"/>
              </a:ext>
            </a:extLst>
          </p:cNvPr>
          <p:cNvSpPr>
            <a:spLocks noGrp="1"/>
          </p:cNvSpPr>
          <p:nvPr>
            <p:ph type="dt" sz="half" idx="16"/>
          </p:nvPr>
        </p:nvSpPr>
        <p:spPr/>
        <p:txBody>
          <a:bodyPr/>
          <a:lstStyle/>
          <a:p>
            <a:r>
              <a:rPr lang="en-US"/>
              <a:t>20xx</a:t>
            </a:r>
          </a:p>
        </p:txBody>
      </p:sp>
      <p:sp>
        <p:nvSpPr>
          <p:cNvPr id="4" name="Footer Placeholder 3">
            <a:extLst>
              <a:ext uri="{FF2B5EF4-FFF2-40B4-BE49-F238E27FC236}">
                <a16:creationId xmlns:a16="http://schemas.microsoft.com/office/drawing/2014/main" id="{274EACB3-0A23-4032-B5B1-266A253C2C8B}"/>
              </a:ext>
            </a:extLst>
          </p:cNvPr>
          <p:cNvSpPr>
            <a:spLocks noGrp="1"/>
          </p:cNvSpPr>
          <p:nvPr>
            <p:ph type="ftr" sz="quarter" idx="17"/>
          </p:nvPr>
        </p:nvSpPr>
        <p:spPr>
          <a:xfrm>
            <a:off x="7962190" y="623907"/>
            <a:ext cx="4114800"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21FC0B42-8B5D-47B8-8E1E-5BAA45A8478A}"/>
              </a:ext>
            </a:extLst>
          </p:cNvPr>
          <p:cNvSpPr>
            <a:spLocks noGrp="1"/>
          </p:cNvSpPr>
          <p:nvPr>
            <p:ph type="sldNum" sz="quarter" idx="18"/>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564261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6CDB3-CB80-4B55-AA7A-C57DCAC8B79B}"/>
              </a:ext>
            </a:extLst>
          </p:cNvPr>
          <p:cNvSpPr>
            <a:spLocks noGrp="1"/>
          </p:cNvSpPr>
          <p:nvPr>
            <p:ph type="title"/>
          </p:nvPr>
        </p:nvSpPr>
        <p:spPr>
          <a:xfrm>
            <a:off x="1604908" y="894110"/>
            <a:ext cx="5181735" cy="2534890"/>
          </a:xfrm>
        </p:spPr>
        <p:txBody>
          <a:bodyPr anchor="b">
            <a:noAutofit/>
          </a:bodyPr>
          <a:lstStyle>
            <a:lvl1pPr>
              <a:defRPr lang="en-US" sz="5400" b="1" kern="1200" spc="400" baseline="0" dirty="0">
                <a:solidFill>
                  <a:schemeClr val="bg1"/>
                </a:solidFill>
                <a:latin typeface="+mn-lt"/>
                <a:ea typeface="+mj-ea"/>
                <a:cs typeface="+mj-cs"/>
              </a:defRPr>
            </a:lvl1pPr>
          </a:lstStyle>
          <a:p>
            <a:r>
              <a:rPr lang="en-US"/>
              <a:t>Click to edit Master title style</a:t>
            </a:r>
          </a:p>
        </p:txBody>
      </p:sp>
      <p:sp>
        <p:nvSpPr>
          <p:cNvPr id="24" name="Graphic 13">
            <a:extLst>
              <a:ext uri="{FF2B5EF4-FFF2-40B4-BE49-F238E27FC236}">
                <a16:creationId xmlns:a16="http://schemas.microsoft.com/office/drawing/2014/main" id="{EFD46DF2-E81B-4E77-B06D-F09DC585313D}"/>
              </a:ext>
              <a:ext uri="{C183D7F6-B498-43B3-948B-1728B52AA6E4}">
                <adec:decorative xmlns:adec="http://schemas.microsoft.com/office/drawing/2017/decorative" val="1"/>
              </a:ext>
            </a:extLst>
          </p:cNvPr>
          <p:cNvSpPr/>
          <p:nvPr userDrawn="1"/>
        </p:nvSpPr>
        <p:spPr>
          <a:xfrm>
            <a:off x="669236" y="1606411"/>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a:p>
        </p:txBody>
      </p:sp>
      <p:sp>
        <p:nvSpPr>
          <p:cNvPr id="26" name="Graphic 12">
            <a:extLst>
              <a:ext uri="{FF2B5EF4-FFF2-40B4-BE49-F238E27FC236}">
                <a16:creationId xmlns:a16="http://schemas.microsoft.com/office/drawing/2014/main" id="{D044CC36-2EFF-44B0-90A3-986DACB7E88C}"/>
              </a:ext>
              <a:ext uri="{C183D7F6-B498-43B3-948B-1728B52AA6E4}">
                <adec:decorative xmlns:adec="http://schemas.microsoft.com/office/drawing/2017/decorative" val="1"/>
              </a:ext>
            </a:extLst>
          </p:cNvPr>
          <p:cNvSpPr/>
          <p:nvPr userDrawn="1"/>
        </p:nvSpPr>
        <p:spPr>
          <a:xfrm>
            <a:off x="1028014" y="183570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28" name="Graphic 15">
            <a:extLst>
              <a:ext uri="{FF2B5EF4-FFF2-40B4-BE49-F238E27FC236}">
                <a16:creationId xmlns:a16="http://schemas.microsoft.com/office/drawing/2014/main" id="{AAA3D090-A815-4AF9-88CE-94F0B7DD36E3}"/>
              </a:ext>
              <a:ext uri="{C183D7F6-B498-43B3-948B-1728B52AA6E4}">
                <adec:decorative xmlns:adec="http://schemas.microsoft.com/office/drawing/2017/decorative" val="1"/>
              </a:ext>
            </a:extLst>
          </p:cNvPr>
          <p:cNvSpPr/>
          <p:nvPr userDrawn="1"/>
        </p:nvSpPr>
        <p:spPr>
          <a:xfrm>
            <a:off x="653696" y="2060130"/>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a:p>
        </p:txBody>
      </p:sp>
      <p:sp>
        <p:nvSpPr>
          <p:cNvPr id="40" name="Text Placeholder 39">
            <a:extLst>
              <a:ext uri="{FF2B5EF4-FFF2-40B4-BE49-F238E27FC236}">
                <a16:creationId xmlns:a16="http://schemas.microsoft.com/office/drawing/2014/main" id="{498169C0-3B43-43E5-AC66-3B5B27A46602}"/>
              </a:ext>
            </a:extLst>
          </p:cNvPr>
          <p:cNvSpPr>
            <a:spLocks noGrp="1"/>
          </p:cNvSpPr>
          <p:nvPr>
            <p:ph type="body" sz="quarter" idx="16"/>
          </p:nvPr>
        </p:nvSpPr>
        <p:spPr>
          <a:xfrm>
            <a:off x="1604905" y="3728425"/>
            <a:ext cx="5181735" cy="2534890"/>
          </a:xfrm>
        </p:spPr>
        <p:txBody>
          <a:bodyPr>
            <a:normAutofit/>
          </a:bodyPr>
          <a:lstStyle>
            <a:lvl1pPr marL="0" indent="0">
              <a:buNone/>
              <a:defRPr lang="en-US" sz="2000" kern="1200" dirty="0" smtClean="0">
                <a:solidFill>
                  <a:schemeClr val="bg1"/>
                </a:solidFill>
                <a:latin typeface="+mn-lt"/>
                <a:ea typeface="+mn-ea"/>
                <a:cs typeface="+mn-cs"/>
              </a:defRPr>
            </a:lvl1pPr>
          </a:lstStyle>
          <a:p>
            <a:pPr lvl="0"/>
            <a:r>
              <a:rPr lang="en-US"/>
              <a:t>Click to edit Master text styles</a:t>
            </a:r>
          </a:p>
        </p:txBody>
      </p:sp>
      <p:sp>
        <p:nvSpPr>
          <p:cNvPr id="17" name="Picture Placeholder 16">
            <a:extLst>
              <a:ext uri="{FF2B5EF4-FFF2-40B4-BE49-F238E27FC236}">
                <a16:creationId xmlns:a16="http://schemas.microsoft.com/office/drawing/2014/main" id="{77F553A0-E179-4D32-97DB-0F367996796B}"/>
              </a:ext>
            </a:extLst>
          </p:cNvPr>
          <p:cNvSpPr>
            <a:spLocks noGrp="1"/>
          </p:cNvSpPr>
          <p:nvPr>
            <p:ph type="pic" sz="quarter" idx="14"/>
          </p:nvPr>
        </p:nvSpPr>
        <p:spPr>
          <a:xfrm>
            <a:off x="7130003" y="1856226"/>
            <a:ext cx="2040674" cy="2040674"/>
          </a:xfrm>
          <a:custGeom>
            <a:avLst/>
            <a:gdLst>
              <a:gd name="connsiteX0" fmla="*/ 1020337 w 2040674"/>
              <a:gd name="connsiteY0" fmla="*/ 0 h 2040674"/>
              <a:gd name="connsiteX1" fmla="*/ 2040674 w 2040674"/>
              <a:gd name="connsiteY1" fmla="*/ 1020337 h 2040674"/>
              <a:gd name="connsiteX2" fmla="*/ 1020337 w 2040674"/>
              <a:gd name="connsiteY2" fmla="*/ 2040674 h 2040674"/>
              <a:gd name="connsiteX3" fmla="*/ 0 w 2040674"/>
              <a:gd name="connsiteY3" fmla="*/ 1020337 h 2040674"/>
              <a:gd name="connsiteX4" fmla="*/ 1020337 w 2040674"/>
              <a:gd name="connsiteY4" fmla="*/ 0 h 2040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0674" h="2040674">
                <a:moveTo>
                  <a:pt x="1020337" y="0"/>
                </a:moveTo>
                <a:cubicBezTo>
                  <a:pt x="1583854" y="0"/>
                  <a:pt x="2040674" y="456820"/>
                  <a:pt x="2040674" y="1020337"/>
                </a:cubicBezTo>
                <a:cubicBezTo>
                  <a:pt x="2040674" y="1583854"/>
                  <a:pt x="1583854" y="2040674"/>
                  <a:pt x="1020337" y="2040674"/>
                </a:cubicBezTo>
                <a:cubicBezTo>
                  <a:pt x="456820" y="2040674"/>
                  <a:pt x="0" y="1583854"/>
                  <a:pt x="0" y="1020337"/>
                </a:cubicBezTo>
                <a:cubicBezTo>
                  <a:pt x="0" y="456820"/>
                  <a:pt x="456820" y="0"/>
                  <a:pt x="1020337" y="0"/>
                </a:cubicBezTo>
                <a:close/>
              </a:path>
            </a:pathLst>
          </a:custGeom>
        </p:spPr>
        <p:txBody>
          <a:bodyPr wrap="square" anchor="ctr">
            <a:noAutofit/>
          </a:bodyPr>
          <a:lstStyle>
            <a:lvl1pPr algn="ctr">
              <a:defRPr/>
            </a:lvl1pPr>
          </a:lstStyle>
          <a:p>
            <a:r>
              <a:rPr lang="en-US"/>
              <a:t>Click icon to add picture</a:t>
            </a:r>
          </a:p>
        </p:txBody>
      </p:sp>
      <p:sp>
        <p:nvSpPr>
          <p:cNvPr id="14" name="Picture Placeholder 13">
            <a:extLst>
              <a:ext uri="{FF2B5EF4-FFF2-40B4-BE49-F238E27FC236}">
                <a16:creationId xmlns:a16="http://schemas.microsoft.com/office/drawing/2014/main" id="{C9BD1CE3-05F6-44F6-B6FB-EB60AB96BE50}"/>
              </a:ext>
            </a:extLst>
          </p:cNvPr>
          <p:cNvSpPr>
            <a:spLocks noGrp="1"/>
          </p:cNvSpPr>
          <p:nvPr>
            <p:ph type="pic" sz="quarter" idx="13"/>
          </p:nvPr>
        </p:nvSpPr>
        <p:spPr>
          <a:xfrm>
            <a:off x="9325160" y="0"/>
            <a:ext cx="2866840" cy="2925044"/>
          </a:xfrm>
          <a:custGeom>
            <a:avLst/>
            <a:gdLst>
              <a:gd name="connsiteX0" fmla="*/ 1437601 w 2866840"/>
              <a:gd name="connsiteY0" fmla="*/ 0 h 2925044"/>
              <a:gd name="connsiteX1" fmla="*/ 1488735 w 2866840"/>
              <a:gd name="connsiteY1" fmla="*/ 0 h 2925044"/>
              <a:gd name="connsiteX2" fmla="*/ 1612768 w 2866840"/>
              <a:gd name="connsiteY2" fmla="*/ 6263 h 2925044"/>
              <a:gd name="connsiteX3" fmla="*/ 2860554 w 2866840"/>
              <a:gd name="connsiteY3" fmla="*/ 1026775 h 2925044"/>
              <a:gd name="connsiteX4" fmla="*/ 2866840 w 2866840"/>
              <a:gd name="connsiteY4" fmla="*/ 1051223 h 2925044"/>
              <a:gd name="connsiteX5" fmla="*/ 2866840 w 2866840"/>
              <a:gd name="connsiteY5" fmla="*/ 1872530 h 2925044"/>
              <a:gd name="connsiteX6" fmla="*/ 2860554 w 2866840"/>
              <a:gd name="connsiteY6" fmla="*/ 1896978 h 2925044"/>
              <a:gd name="connsiteX7" fmla="*/ 1463168 w 2866840"/>
              <a:gd name="connsiteY7" fmla="*/ 2925044 h 2925044"/>
              <a:gd name="connsiteX8" fmla="*/ 0 w 2866840"/>
              <a:gd name="connsiteY8" fmla="*/ 1461877 h 2925044"/>
              <a:gd name="connsiteX9" fmla="*/ 1313568 w 2866840"/>
              <a:gd name="connsiteY9" fmla="*/ 6263 h 292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66840" h="2925044">
                <a:moveTo>
                  <a:pt x="1437601" y="0"/>
                </a:moveTo>
                <a:lnTo>
                  <a:pt x="1488735" y="0"/>
                </a:lnTo>
                <a:lnTo>
                  <a:pt x="1612768" y="6263"/>
                </a:lnTo>
                <a:cubicBezTo>
                  <a:pt x="2203017" y="66206"/>
                  <a:pt x="2689551" y="476982"/>
                  <a:pt x="2860554" y="1026775"/>
                </a:cubicBezTo>
                <a:lnTo>
                  <a:pt x="2866840" y="1051223"/>
                </a:lnTo>
                <a:lnTo>
                  <a:pt x="2866840" y="1872530"/>
                </a:lnTo>
                <a:lnTo>
                  <a:pt x="2860554" y="1896978"/>
                </a:lnTo>
                <a:cubicBezTo>
                  <a:pt x="2675300" y="2492588"/>
                  <a:pt x="2119737" y="2925044"/>
                  <a:pt x="1463168" y="2925044"/>
                </a:cubicBezTo>
                <a:cubicBezTo>
                  <a:pt x="655082" y="2925044"/>
                  <a:pt x="0" y="2269962"/>
                  <a:pt x="0" y="1461877"/>
                </a:cubicBezTo>
                <a:cubicBezTo>
                  <a:pt x="0" y="704296"/>
                  <a:pt x="575756" y="81192"/>
                  <a:pt x="1313568" y="6263"/>
                </a:cubicBezTo>
                <a:close/>
              </a:path>
            </a:pathLst>
          </a:custGeom>
        </p:spPr>
        <p:txBody>
          <a:bodyPr wrap="square" anchor="ctr">
            <a:noAutofit/>
          </a:bodyPr>
          <a:lstStyle>
            <a:lvl1pPr algn="ctr">
              <a:defRPr/>
            </a:lvl1pPr>
          </a:lstStyle>
          <a:p>
            <a:r>
              <a:rPr lang="en-US"/>
              <a:t>Click icon to add picture</a:t>
            </a:r>
          </a:p>
        </p:txBody>
      </p:sp>
      <p:sp>
        <p:nvSpPr>
          <p:cNvPr id="20" name="Picture Placeholder 19">
            <a:extLst>
              <a:ext uri="{FF2B5EF4-FFF2-40B4-BE49-F238E27FC236}">
                <a16:creationId xmlns:a16="http://schemas.microsoft.com/office/drawing/2014/main" id="{86562173-D9DF-4B80-B41C-B2366D8F2CC9}"/>
              </a:ext>
            </a:extLst>
          </p:cNvPr>
          <p:cNvSpPr>
            <a:spLocks noGrp="1"/>
          </p:cNvSpPr>
          <p:nvPr>
            <p:ph type="pic" sz="quarter" idx="15"/>
          </p:nvPr>
        </p:nvSpPr>
        <p:spPr>
          <a:xfrm>
            <a:off x="8465227" y="3267983"/>
            <a:ext cx="3726773" cy="3590017"/>
          </a:xfrm>
          <a:custGeom>
            <a:avLst/>
            <a:gdLst>
              <a:gd name="connsiteX0" fmla="*/ 2272751 w 3726773"/>
              <a:gd name="connsiteY0" fmla="*/ 0 h 3590017"/>
              <a:gd name="connsiteX1" fmla="*/ 3718432 w 3726773"/>
              <a:gd name="connsiteY1" fmla="*/ 518986 h 3590017"/>
              <a:gd name="connsiteX2" fmla="*/ 3726773 w 3726773"/>
              <a:gd name="connsiteY2" fmla="*/ 526567 h 3590017"/>
              <a:gd name="connsiteX3" fmla="*/ 3726773 w 3726773"/>
              <a:gd name="connsiteY3" fmla="*/ 3590017 h 3590017"/>
              <a:gd name="connsiteX4" fmla="*/ 422959 w 3726773"/>
              <a:gd name="connsiteY4" fmla="*/ 3590017 h 3590017"/>
              <a:gd name="connsiteX5" fmla="*/ 388150 w 3726773"/>
              <a:gd name="connsiteY5" fmla="*/ 3543469 h 3590017"/>
              <a:gd name="connsiteX6" fmla="*/ 0 w 3726773"/>
              <a:gd name="connsiteY6" fmla="*/ 2272752 h 3590017"/>
              <a:gd name="connsiteX7" fmla="*/ 2272751 w 3726773"/>
              <a:gd name="connsiteY7" fmla="*/ 0 h 3590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6773" h="3590017">
                <a:moveTo>
                  <a:pt x="2272751" y="0"/>
                </a:moveTo>
                <a:cubicBezTo>
                  <a:pt x="2821903" y="0"/>
                  <a:pt x="3325566" y="194765"/>
                  <a:pt x="3718432" y="518986"/>
                </a:cubicBezTo>
                <a:lnTo>
                  <a:pt x="3726773" y="526567"/>
                </a:lnTo>
                <a:lnTo>
                  <a:pt x="3726773" y="3590017"/>
                </a:lnTo>
                <a:lnTo>
                  <a:pt x="422959" y="3590017"/>
                </a:lnTo>
                <a:lnTo>
                  <a:pt x="388150" y="3543469"/>
                </a:lnTo>
                <a:cubicBezTo>
                  <a:pt x="143093" y="3180735"/>
                  <a:pt x="0" y="2743454"/>
                  <a:pt x="0" y="2272752"/>
                </a:cubicBezTo>
                <a:cubicBezTo>
                  <a:pt x="0" y="1017546"/>
                  <a:pt x="1017546" y="0"/>
                  <a:pt x="2272751" y="0"/>
                </a:cubicBezTo>
                <a:close/>
              </a:path>
            </a:pathLst>
          </a:custGeom>
        </p:spPr>
        <p:txBody>
          <a:bodyPr wrap="square" anchor="ctr">
            <a:noAutofit/>
          </a:bodyPr>
          <a:lstStyle>
            <a:lvl1pPr algn="ctr">
              <a:defRPr/>
            </a:lvl1pPr>
          </a:lstStyle>
          <a:p>
            <a:r>
              <a:rPr lang="en-US"/>
              <a:t>Click icon to add picture</a:t>
            </a:r>
          </a:p>
        </p:txBody>
      </p:sp>
      <p:sp>
        <p:nvSpPr>
          <p:cNvPr id="15" name="Slide Number Placeholder 8">
            <a:extLst>
              <a:ext uri="{FF2B5EF4-FFF2-40B4-BE49-F238E27FC236}">
                <a16:creationId xmlns:a16="http://schemas.microsoft.com/office/drawing/2014/main" id="{2CFE18B2-C456-4DF2-9D4C-6A9017A6200E}"/>
              </a:ext>
            </a:extLst>
          </p:cNvPr>
          <p:cNvSpPr>
            <a:spLocks noGrp="1"/>
          </p:cNvSpPr>
          <p:nvPr>
            <p:ph type="sldNum" sz="quarter" idx="12"/>
          </p:nvPr>
        </p:nvSpPr>
        <p:spPr>
          <a:xfrm>
            <a:off x="8610600" y="6356350"/>
            <a:ext cx="2743200" cy="365125"/>
          </a:xfrm>
        </p:spPr>
        <p:txBody>
          <a:bodyPr/>
          <a:lstStyle>
            <a:lvl1pPr>
              <a:defRPr>
                <a:solidFill>
                  <a:schemeClr val="bg1"/>
                </a:solidFill>
              </a:defRPr>
            </a:lvl1pPr>
          </a:lstStyle>
          <a:p>
            <a:fld id="{294A09A9-5501-47C1-A89A-A340965A2BE2}" type="slidenum">
              <a:rPr lang="en-US" smtClean="0"/>
              <a:pPr/>
              <a:t>‹#›</a:t>
            </a:fld>
            <a:endParaRPr lang="en-US"/>
          </a:p>
        </p:txBody>
      </p:sp>
      <p:cxnSp>
        <p:nvCxnSpPr>
          <p:cNvPr id="30" name="Straight Connector 29">
            <a:extLst>
              <a:ext uri="{FF2B5EF4-FFF2-40B4-BE49-F238E27FC236}">
                <a16:creationId xmlns:a16="http://schemas.microsoft.com/office/drawing/2014/main" id="{A8ABD619-DC62-4FA6-8ABC-122A5C4B422D}"/>
              </a:ext>
              <a:ext uri="{C183D7F6-B498-43B3-948B-1728B52AA6E4}">
                <adec:decorative xmlns:adec="http://schemas.microsoft.com/office/drawing/2017/decorative" val="1"/>
              </a:ext>
            </a:extLst>
          </p:cNvPr>
          <p:cNvCxnSpPr>
            <a:cxnSpLocks/>
          </p:cNvCxnSpPr>
          <p:nvPr userDrawn="1"/>
        </p:nvCxnSpPr>
        <p:spPr>
          <a:xfrm>
            <a:off x="1301262"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5B78A21E-0201-405E-A386-7A39F8F82F4E}"/>
              </a:ext>
            </a:extLst>
          </p:cNvPr>
          <p:cNvSpPr>
            <a:spLocks noGrp="1"/>
          </p:cNvSpPr>
          <p:nvPr>
            <p:ph type="dt" sz="half" idx="17"/>
          </p:nvPr>
        </p:nvSpPr>
        <p:spPr>
          <a:xfrm>
            <a:off x="1301262" y="218220"/>
            <a:ext cx="2743200" cy="365125"/>
          </a:xfrm>
        </p:spPr>
        <p:txBody>
          <a:bodyPr/>
          <a:lstStyle>
            <a:lvl1pPr>
              <a:defRPr>
                <a:solidFill>
                  <a:schemeClr val="bg1"/>
                </a:solidFill>
              </a:defRPr>
            </a:lvl1pPr>
          </a:lstStyle>
          <a:p>
            <a:r>
              <a:rPr lang="en-US"/>
              <a:t>20xx</a:t>
            </a:r>
          </a:p>
        </p:txBody>
      </p:sp>
      <p:sp>
        <p:nvSpPr>
          <p:cNvPr id="4" name="Footer Placeholder 3">
            <a:extLst>
              <a:ext uri="{FF2B5EF4-FFF2-40B4-BE49-F238E27FC236}">
                <a16:creationId xmlns:a16="http://schemas.microsoft.com/office/drawing/2014/main" id="{CC96BABF-2A15-48FB-BA27-BC36B637FCC7}"/>
              </a:ext>
            </a:extLst>
          </p:cNvPr>
          <p:cNvSpPr>
            <a:spLocks noGrp="1"/>
          </p:cNvSpPr>
          <p:nvPr>
            <p:ph type="ftr" sz="quarter" idx="18"/>
          </p:nvPr>
        </p:nvSpPr>
        <p:spPr>
          <a:xfrm rot="16200000">
            <a:off x="-762668" y="4999038"/>
            <a:ext cx="3352802" cy="365125"/>
          </a:xfrm>
        </p:spPr>
        <p:txBody>
          <a:bodyPr/>
          <a:lstStyle>
            <a:lvl1pPr>
              <a:defRPr>
                <a:solidFill>
                  <a:schemeClr val="bg1"/>
                </a:solidFill>
              </a:defRPr>
            </a:lvl1pPr>
          </a:lstStyle>
          <a:p>
            <a:r>
              <a:rPr lang="en-US"/>
              <a:t>Sample footer text</a:t>
            </a:r>
          </a:p>
        </p:txBody>
      </p:sp>
    </p:spTree>
    <p:extLst>
      <p:ext uri="{BB962C8B-B14F-4D97-AF65-F5344CB8AC3E}">
        <p14:creationId xmlns:p14="http://schemas.microsoft.com/office/powerpoint/2010/main" val="2651618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accent2"/>
                </a:solidFill>
              </a:defRPr>
            </a:lvl1pPr>
          </a:lstStyle>
          <a:p>
            <a:r>
              <a:rPr lang="en-US"/>
              <a:t>20xx</a:t>
            </a:r>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accent2"/>
                </a:solidFill>
              </a:defRPr>
            </a:lvl1pPr>
          </a:lstStyle>
          <a:p>
            <a:r>
              <a:rPr lang="en-US"/>
              <a:t>Sample footer text</a:t>
            </a:r>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accent2"/>
                </a:solidFill>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0635397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5" r:id="rId3"/>
    <p:sldLayoutId id="2147483676" r:id="rId4"/>
    <p:sldLayoutId id="2147483660" r:id="rId5"/>
    <p:sldLayoutId id="2147483680" r:id="rId6"/>
    <p:sldLayoutId id="2147483677" r:id="rId7"/>
    <p:sldLayoutId id="2147483665" r:id="rId8"/>
    <p:sldLayoutId id="2147483663" r:id="rId9"/>
    <p:sldLayoutId id="2147483679" r:id="rId10"/>
    <p:sldLayoutId id="2147483681" r:id="rId11"/>
    <p:sldLayoutId id="2147483671" r:id="rId12"/>
  </p:sldLayoutIdLst>
  <p:hf hdr="0"/>
  <p:txStyles>
    <p:titleStyle>
      <a:lvl1pPr algn="l" defTabSz="914400" rtl="0" eaLnBrk="1" latinLnBrk="0" hangingPunct="1">
        <a:lnSpc>
          <a:spcPct val="9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en.wikipedia.org/wiki/Lyca_Productions" TargetMode="External"/><Relationship Id="rId3" Type="http://schemas.openxmlformats.org/officeDocument/2006/relationships/hyperlink" Target="https://en.wikipedia.org/wiki/Pa._Ranjith" TargetMode="External"/><Relationship Id="rId7" Type="http://schemas.openxmlformats.org/officeDocument/2006/relationships/hyperlink" Target="https://en.wikipedia.org/wiki/Pa._Ranjith#Neelam_Productions" TargetMode="External"/><Relationship Id="rId12" Type="http://schemas.openxmlformats.org/officeDocument/2006/relationships/image" Target="../media/image9.png"/><Relationship Id="rId2" Type="http://schemas.openxmlformats.org/officeDocument/2006/relationships/hyperlink" Target="https://en.wikipedia.org/wiki/Mari_Selvaraj" TargetMode="External"/><Relationship Id="rId1" Type="http://schemas.openxmlformats.org/officeDocument/2006/relationships/slideLayout" Target="../slideLayouts/slideLayout7.xml"/><Relationship Id="rId6" Type="http://schemas.openxmlformats.org/officeDocument/2006/relationships/hyperlink" Target="https://en.wikipedia.org/wiki/Santhosh_Narayanan" TargetMode="External"/><Relationship Id="rId11" Type="http://schemas.openxmlformats.org/officeDocument/2006/relationships/image" Target="../media/image8.png"/><Relationship Id="rId5" Type="http://schemas.openxmlformats.org/officeDocument/2006/relationships/hyperlink" Target="https://en.wikipedia.org/wiki/Anandhi_(actress)" TargetMode="External"/><Relationship Id="rId10" Type="http://schemas.openxmlformats.org/officeDocument/2006/relationships/image" Target="../media/image7.jpeg"/><Relationship Id="rId4" Type="http://schemas.openxmlformats.org/officeDocument/2006/relationships/hyperlink" Target="https://en.wikipedia.org/wiki/Kathir_(actor)" TargetMode="Externa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5.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hyperlink" Target="https://freepngimg.com/png/65786-reel-film-free-transparent-image-h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0" name="Straight Connector 69">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useBgFill="1">
        <p:nvSpPr>
          <p:cNvPr id="72" name="Rectangle 71">
            <a:extLst>
              <a:ext uri="{FF2B5EF4-FFF2-40B4-BE49-F238E27FC236}">
                <a16:creationId xmlns:a16="http://schemas.microsoft.com/office/drawing/2014/main" id="{C17278C5-34E8-4293-BE47-73B18483A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a:extLst>
              <a:ext uri="{FF2B5EF4-FFF2-40B4-BE49-F238E27FC236}">
                <a16:creationId xmlns:a16="http://schemas.microsoft.com/office/drawing/2014/main" id="{9A3F5928-D955-456A-97B5-AA390B8CE9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Univers"/>
              <a:ea typeface="+mn-ea"/>
              <a:cs typeface="+mn-cs"/>
            </a:endParaRPr>
          </a:p>
        </p:txBody>
      </p:sp>
      <p:pic>
        <p:nvPicPr>
          <p:cNvPr id="18" name="Picture Placeholder 17" descr="Cinema Ppt Template - Printable Word Searches">
            <a:extLst>
              <a:ext uri="{FF2B5EF4-FFF2-40B4-BE49-F238E27FC236}">
                <a16:creationId xmlns:a16="http://schemas.microsoft.com/office/drawing/2014/main" id="{3D47DCB2-914A-0BCD-0674-A68F6386685E}"/>
              </a:ext>
            </a:extLst>
          </p:cNvPr>
          <p:cNvPicPr>
            <a:picLocks noGrp="1" noChangeAspect="1"/>
          </p:cNvPicPr>
          <p:nvPr>
            <p:ph type="pic" sz="quarter" idx="13"/>
          </p:nvPr>
        </p:nvPicPr>
        <p:blipFill rotWithShape="1">
          <a:blip r:embed="rId2">
            <a:duotone>
              <a:schemeClr val="accent1">
                <a:shade val="45000"/>
                <a:satMod val="135000"/>
              </a:schemeClr>
              <a:prstClr val="white"/>
            </a:duotone>
            <a:alphaModFix amt="35000"/>
          </a:blip>
          <a:srcRect t="12500" b="12500"/>
          <a:stretch/>
        </p:blipFill>
        <p:spPr>
          <a:xfrm>
            <a:off x="20" y="-8877"/>
            <a:ext cx="12191980" cy="6858000"/>
          </a:xfrm>
          <a:prstGeom prst="rect">
            <a:avLst/>
          </a:prstGeom>
        </p:spPr>
      </p:pic>
      <p:sp>
        <p:nvSpPr>
          <p:cNvPr id="2" name="Title 1">
            <a:extLst>
              <a:ext uri="{FF2B5EF4-FFF2-40B4-BE49-F238E27FC236}">
                <a16:creationId xmlns:a16="http://schemas.microsoft.com/office/drawing/2014/main" id="{B2AE4F1D-F101-4E88-9698-51D314EF2EB5}"/>
              </a:ext>
            </a:extLst>
          </p:cNvPr>
          <p:cNvSpPr>
            <a:spLocks noGrp="1"/>
          </p:cNvSpPr>
          <p:nvPr>
            <p:ph type="title"/>
          </p:nvPr>
        </p:nvSpPr>
        <p:spPr>
          <a:xfrm>
            <a:off x="2743990" y="1836021"/>
            <a:ext cx="7320877" cy="3512295"/>
          </a:xfrm>
        </p:spPr>
        <p:txBody>
          <a:bodyPr vert="horz" lIns="91440" tIns="45720" rIns="91440" bIns="45720" rtlCol="0" anchor="b">
            <a:normAutofit fontScale="90000"/>
          </a:bodyPr>
          <a:lstStyle/>
          <a:p>
            <a:pPr algn="l"/>
            <a:r>
              <a:rPr lang="en-US" sz="6700" b="1" i="0" kern="1200" cap="all" baseline="0">
                <a:solidFill>
                  <a:srgbClr val="FFFFFF"/>
                </a:solidFill>
                <a:latin typeface="+mj-lt"/>
                <a:ea typeface="+mj-ea"/>
                <a:cs typeface="+mj-cs"/>
              </a:rPr>
              <a:t>FILM </a:t>
            </a:r>
            <a:r>
              <a:rPr lang="en-US" sz="6700" cap="all">
                <a:solidFill>
                  <a:srgbClr val="FFFFFF"/>
                </a:solidFill>
              </a:rPr>
              <a:t>aPPRECIATION</a:t>
            </a:r>
            <a:br>
              <a:rPr lang="en-US" sz="6700" b="1" i="0" kern="1200" cap="all" baseline="0" dirty="0"/>
            </a:br>
            <a:r>
              <a:rPr lang="en-US" sz="6700" b="1" i="0" kern="1200" cap="all" baseline="0">
                <a:solidFill>
                  <a:srgbClr val="002060"/>
                </a:solidFill>
                <a:latin typeface="+mj-lt"/>
                <a:ea typeface="+mj-ea"/>
                <a:cs typeface="+mj-cs"/>
              </a:rPr>
              <a:t>PARIYERUM </a:t>
            </a:r>
            <a:r>
              <a:rPr lang="en-US" sz="6700" b="1" i="0" kern="1200" cap="all" baseline="0" dirty="0">
                <a:solidFill>
                  <a:srgbClr val="002060"/>
                </a:solidFill>
                <a:latin typeface="+mj-lt"/>
                <a:ea typeface="+mj-ea"/>
                <a:cs typeface="+mj-cs"/>
              </a:rPr>
              <a:t>PERUMAL</a:t>
            </a:r>
            <a:endParaRPr lang="en-US" sz="6700" b="1" i="0" kern="1200" cap="all" baseline="0" dirty="0">
              <a:solidFill>
                <a:srgbClr val="002060"/>
              </a:solidFill>
              <a:latin typeface="+mj-lt"/>
            </a:endParaRPr>
          </a:p>
        </p:txBody>
      </p:sp>
      <p:sp>
        <p:nvSpPr>
          <p:cNvPr id="3" name="Subtitle 2">
            <a:extLst>
              <a:ext uri="{FF2B5EF4-FFF2-40B4-BE49-F238E27FC236}">
                <a16:creationId xmlns:a16="http://schemas.microsoft.com/office/drawing/2014/main" id="{92726762-2B23-4F53-9DBB-96441A2A51BB}"/>
              </a:ext>
            </a:extLst>
          </p:cNvPr>
          <p:cNvSpPr>
            <a:spLocks noGrp="1"/>
          </p:cNvSpPr>
          <p:nvPr>
            <p:ph type="subTitle" idx="1"/>
          </p:nvPr>
        </p:nvSpPr>
        <p:spPr>
          <a:xfrm>
            <a:off x="6989418" y="5110350"/>
            <a:ext cx="3377830" cy="1451782"/>
          </a:xfrm>
        </p:spPr>
        <p:txBody>
          <a:bodyPr vert="horz" lIns="91440" tIns="45720" rIns="91440" bIns="45720" rtlCol="0" anchor="ctr">
            <a:normAutofit fontScale="92500" lnSpcReduction="10000"/>
          </a:bodyPr>
          <a:lstStyle/>
          <a:p>
            <a:pPr algn="l"/>
            <a:endParaRPr lang="en-US" sz="1900">
              <a:solidFill>
                <a:srgbClr val="FFFFFF"/>
              </a:solidFill>
            </a:endParaRPr>
          </a:p>
          <a:p>
            <a:pPr algn="l"/>
            <a:r>
              <a:rPr lang="en-US" sz="1900">
                <a:solidFill>
                  <a:srgbClr val="FFFFFF"/>
                </a:solidFill>
              </a:rPr>
              <a:t>UVC20601L</a:t>
            </a:r>
            <a:endParaRPr lang="en-US">
              <a:solidFill>
                <a:srgbClr val="FFFFFF"/>
              </a:solidFill>
            </a:endParaRPr>
          </a:p>
          <a:p>
            <a:pPr algn="l"/>
            <a:r>
              <a:rPr lang="en-US" sz="1900">
                <a:solidFill>
                  <a:srgbClr val="FFFFFF"/>
                </a:solidFill>
              </a:rPr>
              <a:t>RA2131002010014</a:t>
            </a:r>
            <a:endParaRPr lang="en-US"/>
          </a:p>
          <a:p>
            <a:pPr algn="l"/>
            <a:r>
              <a:rPr lang="en-US" sz="1900">
                <a:solidFill>
                  <a:srgbClr val="FFFFFF"/>
                </a:solidFill>
              </a:rPr>
              <a:t> </a:t>
            </a:r>
            <a:r>
              <a:rPr lang="en-US" sz="1900" kern="1200">
                <a:solidFill>
                  <a:srgbClr val="FFFFFF"/>
                </a:solidFill>
                <a:latin typeface="+mn-lt"/>
                <a:ea typeface="+mn-ea"/>
                <a:cs typeface="+mn-cs"/>
              </a:rPr>
              <a:t>DEVADARSHINI</a:t>
            </a:r>
            <a:r>
              <a:rPr lang="en-US" sz="1900">
                <a:solidFill>
                  <a:srgbClr val="FFFFFF"/>
                </a:solidFill>
              </a:rPr>
              <a:t>.L </a:t>
            </a:r>
            <a:endParaRPr lang="en-US" sz="1900" kern="1200">
              <a:solidFill>
                <a:srgbClr val="FFFFFF"/>
              </a:solidFill>
              <a:latin typeface="+mn-lt"/>
            </a:endParaRPr>
          </a:p>
        </p:txBody>
      </p:sp>
      <p:cxnSp>
        <p:nvCxnSpPr>
          <p:cNvPr id="76" name="Straight Connector 7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78" y="806470"/>
            <a:ext cx="8453437" cy="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78"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4954" y="2875093"/>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80"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3734" y="31043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
        <p:nvSpPr>
          <p:cNvPr id="82"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414" y="361953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nivers"/>
              <a:ea typeface="+mn-ea"/>
              <a:cs typeface="+mn-cs"/>
            </a:endParaRPr>
          </a:p>
        </p:txBody>
      </p:sp>
    </p:spTree>
    <p:extLst>
      <p:ext uri="{BB962C8B-B14F-4D97-AF65-F5344CB8AC3E}">
        <p14:creationId xmlns:p14="http://schemas.microsoft.com/office/powerpoint/2010/main" val="1917632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41346FA-89BF-1081-8D57-B772BE7FDBD0}"/>
              </a:ext>
            </a:extLst>
          </p:cNvPr>
          <p:cNvPicPr>
            <a:picLocks noChangeAspect="1"/>
          </p:cNvPicPr>
          <p:nvPr/>
        </p:nvPicPr>
        <p:blipFill>
          <a:blip r:embed="rId2"/>
          <a:stretch>
            <a:fillRect/>
          </a:stretch>
        </p:blipFill>
        <p:spPr>
          <a:xfrm>
            <a:off x="6401683" y="657427"/>
            <a:ext cx="4652140" cy="6074450"/>
          </a:xfrm>
          <a:prstGeom prst="rect">
            <a:avLst/>
          </a:prstGeom>
        </p:spPr>
      </p:pic>
      <p:sp>
        <p:nvSpPr>
          <p:cNvPr id="3" name="Content Placeholder 2">
            <a:extLst>
              <a:ext uri="{FF2B5EF4-FFF2-40B4-BE49-F238E27FC236}">
                <a16:creationId xmlns:a16="http://schemas.microsoft.com/office/drawing/2014/main" id="{8BFD7DF8-156B-1EE3-BB68-B43D0C3EBC8B}"/>
              </a:ext>
            </a:extLst>
          </p:cNvPr>
          <p:cNvSpPr>
            <a:spLocks noGrp="1"/>
          </p:cNvSpPr>
          <p:nvPr>
            <p:ph idx="1"/>
          </p:nvPr>
        </p:nvSpPr>
        <p:spPr>
          <a:xfrm>
            <a:off x="6411166" y="893198"/>
            <a:ext cx="4631451" cy="5633619"/>
          </a:xfrm>
        </p:spPr>
        <p:txBody>
          <a:bodyPr>
            <a:normAutofit/>
          </a:bodyPr>
          <a:lstStyle/>
          <a:p>
            <a:r>
              <a:rPr lang="en-US" sz="3400"/>
              <a:t> </a:t>
            </a:r>
            <a:endParaRPr lang="en-US"/>
          </a:p>
          <a:p>
            <a:endParaRPr lang="en-IN"/>
          </a:p>
        </p:txBody>
      </p:sp>
      <p:sp>
        <p:nvSpPr>
          <p:cNvPr id="5" name="Footer Placeholder 4">
            <a:extLst>
              <a:ext uri="{FF2B5EF4-FFF2-40B4-BE49-F238E27FC236}">
                <a16:creationId xmlns:a16="http://schemas.microsoft.com/office/drawing/2014/main" id="{EA9F469B-AD5C-6519-C003-ED8FCE654BEB}"/>
              </a:ext>
            </a:extLst>
          </p:cNvPr>
          <p:cNvSpPr>
            <a:spLocks noGrp="1"/>
          </p:cNvSpPr>
          <p:nvPr>
            <p:ph type="ftr" sz="quarter" idx="13"/>
          </p:nvPr>
        </p:nvSpPr>
        <p:spPr/>
        <p:txBody>
          <a:bodyPr/>
          <a:lstStyle/>
          <a:p>
            <a:r>
              <a:rPr lang="en-US"/>
              <a:t>PARIYERUM PERUMAL REVIEW</a:t>
            </a:r>
          </a:p>
        </p:txBody>
      </p:sp>
      <p:sp>
        <p:nvSpPr>
          <p:cNvPr id="6" name="Slide Number Placeholder 5">
            <a:extLst>
              <a:ext uri="{FF2B5EF4-FFF2-40B4-BE49-F238E27FC236}">
                <a16:creationId xmlns:a16="http://schemas.microsoft.com/office/drawing/2014/main" id="{F90C3C8A-CB68-3807-80ED-637A79287C0F}"/>
              </a:ext>
            </a:extLst>
          </p:cNvPr>
          <p:cNvSpPr>
            <a:spLocks noGrp="1"/>
          </p:cNvSpPr>
          <p:nvPr>
            <p:ph type="sldNum" sz="quarter" idx="14"/>
          </p:nvPr>
        </p:nvSpPr>
        <p:spPr/>
        <p:txBody>
          <a:bodyPr/>
          <a:lstStyle/>
          <a:p>
            <a:fld id="{294A09A9-5501-47C1-A89A-A340965A2BE2}" type="slidenum">
              <a:rPr lang="en-US" smtClean="0"/>
              <a:pPr/>
              <a:t>2</a:t>
            </a:fld>
            <a:endParaRPr lang="en-US"/>
          </a:p>
        </p:txBody>
      </p:sp>
      <p:pic>
        <p:nvPicPr>
          <p:cNvPr id="8" name="Picture 7">
            <a:extLst>
              <a:ext uri="{FF2B5EF4-FFF2-40B4-BE49-F238E27FC236}">
                <a16:creationId xmlns:a16="http://schemas.microsoft.com/office/drawing/2014/main" id="{6107410F-B0DC-169A-3361-6386E1B71B27}"/>
              </a:ext>
            </a:extLst>
          </p:cNvPr>
          <p:cNvPicPr>
            <a:picLocks noChangeAspect="1"/>
          </p:cNvPicPr>
          <p:nvPr/>
        </p:nvPicPr>
        <p:blipFill>
          <a:blip r:embed="rId3"/>
          <a:stretch>
            <a:fillRect/>
          </a:stretch>
        </p:blipFill>
        <p:spPr>
          <a:xfrm>
            <a:off x="715675" y="1049454"/>
            <a:ext cx="4759091" cy="4759091"/>
          </a:xfrm>
          <a:prstGeom prst="rect">
            <a:avLst/>
          </a:prstGeom>
        </p:spPr>
      </p:pic>
      <p:sp>
        <p:nvSpPr>
          <p:cNvPr id="11" name="Title 10">
            <a:extLst>
              <a:ext uri="{FF2B5EF4-FFF2-40B4-BE49-F238E27FC236}">
                <a16:creationId xmlns:a16="http://schemas.microsoft.com/office/drawing/2014/main" id="{BBFFF321-BC71-5DC7-AB4C-DABFF4DD41E5}"/>
              </a:ext>
            </a:extLst>
          </p:cNvPr>
          <p:cNvSpPr>
            <a:spLocks noGrp="1"/>
          </p:cNvSpPr>
          <p:nvPr>
            <p:ph type="title"/>
          </p:nvPr>
        </p:nvSpPr>
        <p:spPr>
          <a:xfrm>
            <a:off x="3213623" y="56009"/>
            <a:ext cx="5407625" cy="691065"/>
          </a:xfrm>
        </p:spPr>
        <p:txBody>
          <a:bodyPr>
            <a:normAutofit fontScale="90000"/>
          </a:bodyPr>
          <a:lstStyle/>
          <a:p>
            <a:r>
              <a:rPr lang="en-US">
                <a:solidFill>
                  <a:schemeClr val="tx1"/>
                </a:solidFill>
              </a:rPr>
              <a:t>INTRODUCTION</a:t>
            </a:r>
            <a:endParaRPr lang="en-IN">
              <a:solidFill>
                <a:schemeClr val="tx1"/>
              </a:solidFill>
            </a:endParaRPr>
          </a:p>
        </p:txBody>
      </p:sp>
      <p:sp>
        <p:nvSpPr>
          <p:cNvPr id="2" name="TextBox 1">
            <a:extLst>
              <a:ext uri="{FF2B5EF4-FFF2-40B4-BE49-F238E27FC236}">
                <a16:creationId xmlns:a16="http://schemas.microsoft.com/office/drawing/2014/main" id="{F45A8C37-C31F-D379-E515-C3985D499879}"/>
              </a:ext>
            </a:extLst>
          </p:cNvPr>
          <p:cNvSpPr txBox="1"/>
          <p:nvPr/>
        </p:nvSpPr>
        <p:spPr>
          <a:xfrm>
            <a:off x="6429828" y="1047448"/>
            <a:ext cx="292462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a:t>ABOUT:​</a:t>
            </a:r>
            <a:endParaRPr lang="en-US"/>
          </a:p>
        </p:txBody>
      </p:sp>
      <p:sp>
        <p:nvSpPr>
          <p:cNvPr id="4" name="TextBox 3">
            <a:extLst>
              <a:ext uri="{FF2B5EF4-FFF2-40B4-BE49-F238E27FC236}">
                <a16:creationId xmlns:a16="http://schemas.microsoft.com/office/drawing/2014/main" id="{3B0C0962-BF5B-919B-FCFA-929982D2C600}"/>
              </a:ext>
            </a:extLst>
          </p:cNvPr>
          <p:cNvSpPr txBox="1"/>
          <p:nvPr/>
        </p:nvSpPr>
        <p:spPr>
          <a:xfrm>
            <a:off x="6393542" y="2160209"/>
            <a:ext cx="4327676"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742950" lvl="1" indent="-285750">
              <a:buFont typeface="Symbol,Sans-Serif"/>
              <a:buChar char=""/>
            </a:pPr>
            <a:r>
              <a:rPr lang="en-US" sz="1500">
                <a:solidFill>
                  <a:srgbClr val="0D0D0D"/>
                </a:solidFill>
                <a:cs typeface="Arial"/>
              </a:rPr>
              <a:t>Title: "Parierum Perumal"</a:t>
            </a:r>
            <a:r>
              <a:rPr lang="en-IN" sz="1500">
                <a:cs typeface="Arial"/>
              </a:rPr>
              <a:t>​</a:t>
            </a:r>
          </a:p>
          <a:p>
            <a:pPr marL="742950" lvl="1" indent="-285750">
              <a:buFont typeface="Symbol,Sans-Serif"/>
              <a:buChar char=""/>
            </a:pPr>
            <a:r>
              <a:rPr lang="en-US" sz="1500">
                <a:solidFill>
                  <a:srgbClr val="0D0D0D"/>
                </a:solidFill>
                <a:cs typeface="Arial"/>
              </a:rPr>
              <a:t>Subtitle: "A Journey Through Caste and Friendship"</a:t>
            </a:r>
            <a:r>
              <a:rPr lang="en-IN" sz="1500">
                <a:cs typeface="Arial"/>
              </a:rPr>
              <a:t>​</a:t>
            </a:r>
          </a:p>
          <a:p>
            <a:pPr marL="742950" lvl="1" indent="-285750">
              <a:buFont typeface="Symbol,Sans-Serif"/>
              <a:buChar char=""/>
            </a:pPr>
            <a:r>
              <a:rPr lang="en-US" sz="1500">
                <a:solidFill>
                  <a:srgbClr val="0D0D0D"/>
                </a:solidFill>
                <a:cs typeface="Arial"/>
              </a:rPr>
              <a:t>Director: Mari Selvaraj</a:t>
            </a:r>
            <a:r>
              <a:rPr lang="en-IN" sz="1500">
                <a:cs typeface="Arial"/>
              </a:rPr>
              <a:t>​</a:t>
            </a:r>
          </a:p>
          <a:p>
            <a:pPr marL="742950" lvl="1" indent="-285750">
              <a:buFont typeface="Symbol,Sans-Serif"/>
              <a:buChar char=""/>
            </a:pPr>
            <a:r>
              <a:rPr lang="en-US" sz="1500">
                <a:solidFill>
                  <a:srgbClr val="0D0D0D"/>
                </a:solidFill>
                <a:cs typeface="Arial"/>
              </a:rPr>
              <a:t>Release Year: [2018]</a:t>
            </a:r>
            <a:r>
              <a:rPr lang="en-US" sz="1500">
                <a:cs typeface="Arial"/>
              </a:rPr>
              <a:t>​</a:t>
            </a:r>
          </a:p>
          <a:p>
            <a:pPr marL="742950" lvl="1" indent="-285750">
              <a:buFont typeface="Symbol,Sans-Serif"/>
              <a:buChar char=""/>
            </a:pPr>
            <a:r>
              <a:rPr lang="en-US" sz="1500">
                <a:cs typeface="Arial"/>
              </a:rPr>
              <a:t>Pariyerum Perumal significantly impacted both the film industry and society. The film also ignited discussions about caste discrimination and social justice in India. It prompted essential conversations about the need to address deep-rooted inequalities and prejudices.</a:t>
            </a:r>
            <a:r>
              <a:rPr lang="en-IN" sz="1500">
                <a:cs typeface="Arial"/>
              </a:rPr>
              <a:t>​</a:t>
            </a:r>
          </a:p>
        </p:txBody>
      </p:sp>
    </p:spTree>
    <p:extLst>
      <p:ext uri="{BB962C8B-B14F-4D97-AF65-F5344CB8AC3E}">
        <p14:creationId xmlns:p14="http://schemas.microsoft.com/office/powerpoint/2010/main" val="1595194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ED676E4F-4E8C-9286-4F41-432BD430D8D9}"/>
              </a:ext>
            </a:extLst>
          </p:cNvPr>
          <p:cNvSpPr/>
          <p:nvPr/>
        </p:nvSpPr>
        <p:spPr>
          <a:xfrm>
            <a:off x="6316910" y="280230"/>
            <a:ext cx="5035724" cy="6429150"/>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err="1">
                <a:solidFill>
                  <a:schemeClr val="bg2">
                    <a:lumMod val="10000"/>
                  </a:schemeClr>
                </a:solidFill>
                <a:latin typeface="Univers"/>
                <a:ea typeface="Arial"/>
                <a:cs typeface="Arial"/>
              </a:rPr>
              <a:t>Pariyerum</a:t>
            </a:r>
            <a:r>
              <a:rPr lang="en-IN">
                <a:solidFill>
                  <a:schemeClr val="bg2">
                    <a:lumMod val="10000"/>
                  </a:schemeClr>
                </a:solidFill>
                <a:latin typeface="Univers"/>
                <a:ea typeface="Arial"/>
                <a:cs typeface="Arial"/>
              </a:rPr>
              <a:t> Perumal (transl. The God who mounts</a:t>
            </a:r>
            <a:r>
              <a:rPr lang="en-IN" sz="1400">
                <a:solidFill>
                  <a:schemeClr val="bg2">
                    <a:lumMod val="10000"/>
                  </a:schemeClr>
                </a:solidFill>
                <a:latin typeface="Arial"/>
                <a:ea typeface="Arial"/>
                <a:cs typeface="Arial"/>
              </a:rPr>
              <a:t> a </a:t>
            </a:r>
            <a:r>
              <a:rPr lang="en-IN">
                <a:solidFill>
                  <a:schemeClr val="bg2">
                    <a:lumMod val="10000"/>
                  </a:schemeClr>
                </a:solidFill>
              </a:rPr>
              <a:t>Horse) is a 2018 Indian Tamil-language drama film, directed by Mari Selvaraj in his directorial debut and produced by Pa. Ranjith under his production banner Neelam Productions. The film stars Kathir and Anandhi, while Yogi Babu and G. Marimuthu appear in supporting roles. The film features music composed by Santhosh Narayanan. with cinematography handled by Sridhar and editing done by Selva R. K. The film follows </a:t>
            </a:r>
            <a:r>
              <a:rPr lang="en-IN" err="1">
                <a:solidFill>
                  <a:schemeClr val="bg2">
                    <a:lumMod val="10000"/>
                  </a:schemeClr>
                </a:solidFill>
                <a:latin typeface="Univers"/>
                <a:ea typeface="Arial"/>
                <a:cs typeface="Arial"/>
              </a:rPr>
              <a:t>Pariyan</a:t>
            </a:r>
            <a:r>
              <a:rPr lang="en-IN">
                <a:solidFill>
                  <a:schemeClr val="bg2">
                    <a:lumMod val="10000"/>
                  </a:schemeClr>
                </a:solidFill>
                <a:latin typeface="Univers"/>
                <a:ea typeface="Arial"/>
                <a:cs typeface="Arial"/>
              </a:rPr>
              <a:t> </a:t>
            </a:r>
            <a:r>
              <a:rPr lang="en-IN">
                <a:solidFill>
                  <a:schemeClr val="bg2">
                    <a:lumMod val="10000"/>
                  </a:schemeClr>
                </a:solidFill>
              </a:rPr>
              <a:t>(Kathir), who belongs to an oppressed caste and enters into law college with a lot of hope, and strikes up a friendship with Jothi Mahalakshmi (Anandhi), who belongs to an upper caste, which irks Jothi's family members. He wakes up to the realities of caste oppression and discrimination, after being harassed by them.</a:t>
            </a:r>
            <a:r>
              <a:rPr lang="en-IN" sz="1400">
                <a:solidFill>
                  <a:schemeClr val="bg2">
                    <a:lumMod val="10000"/>
                  </a:schemeClr>
                </a:solidFill>
                <a:latin typeface="Arial"/>
                <a:ea typeface="Arial"/>
                <a:cs typeface="Arial"/>
              </a:rPr>
              <a:t>​</a:t>
            </a:r>
            <a:endParaRPr lang="en-IN">
              <a:solidFill>
                <a:schemeClr val="bg2">
                  <a:lumMod val="10000"/>
                </a:schemeClr>
              </a:solidFill>
            </a:endParaRPr>
          </a:p>
        </p:txBody>
      </p:sp>
      <p:sp>
        <p:nvSpPr>
          <p:cNvPr id="5" name="Content Placeholder 4">
            <a:extLst>
              <a:ext uri="{FF2B5EF4-FFF2-40B4-BE49-F238E27FC236}">
                <a16:creationId xmlns:a16="http://schemas.microsoft.com/office/drawing/2014/main" id="{F01866DD-53C9-4AF0-9E9A-BF19D245E8C6}"/>
              </a:ext>
            </a:extLst>
          </p:cNvPr>
          <p:cNvSpPr>
            <a:spLocks noGrp="1"/>
          </p:cNvSpPr>
          <p:nvPr>
            <p:ph idx="1"/>
          </p:nvPr>
        </p:nvSpPr>
        <p:spPr>
          <a:xfrm>
            <a:off x="6549821" y="976779"/>
            <a:ext cx="4277483" cy="5379570"/>
          </a:xfrm>
        </p:spPr>
        <p:txBody>
          <a:bodyPr>
            <a:normAutofit/>
          </a:bodyPr>
          <a:lstStyle/>
          <a:p>
            <a:pPr>
              <a:tabLst>
                <a:tab pos="914400" algn="l"/>
              </a:tabLst>
            </a:pPr>
            <a:endParaRPr lang="en-US"/>
          </a:p>
          <a:p>
            <a:pPr>
              <a:tabLst>
                <a:tab pos="914400" algn="l"/>
              </a:tabLst>
            </a:pPr>
            <a:endParaRPr lang="en-US"/>
          </a:p>
        </p:txBody>
      </p:sp>
      <p:sp>
        <p:nvSpPr>
          <p:cNvPr id="3" name="Footer Placeholder 2">
            <a:extLst>
              <a:ext uri="{FF2B5EF4-FFF2-40B4-BE49-F238E27FC236}">
                <a16:creationId xmlns:a16="http://schemas.microsoft.com/office/drawing/2014/main" id="{8FA222E3-EF0C-4EAB-9068-4D5E7574C8DA}"/>
              </a:ext>
            </a:extLst>
          </p:cNvPr>
          <p:cNvSpPr>
            <a:spLocks noGrp="1"/>
          </p:cNvSpPr>
          <p:nvPr>
            <p:ph type="ftr" sz="quarter" idx="13"/>
          </p:nvPr>
        </p:nvSpPr>
        <p:spPr>
          <a:xfrm rot="16200000">
            <a:off x="9812116" y="1591485"/>
            <a:ext cx="3548094" cy="365125"/>
          </a:xfrm>
        </p:spPr>
        <p:txBody>
          <a:bodyPr/>
          <a:lstStyle/>
          <a:p>
            <a:r>
              <a:rPr lang="en-US"/>
              <a:t>PARIYERUM PERUMAL REVIEW</a:t>
            </a:r>
          </a:p>
        </p:txBody>
      </p:sp>
      <p:sp>
        <p:nvSpPr>
          <p:cNvPr id="6" name="Slide Number Placeholder 5">
            <a:extLst>
              <a:ext uri="{FF2B5EF4-FFF2-40B4-BE49-F238E27FC236}">
                <a16:creationId xmlns:a16="http://schemas.microsoft.com/office/drawing/2014/main" id="{B46D5BE6-8E82-44B7-AF20-20405C0CE58E}"/>
              </a:ext>
            </a:extLst>
          </p:cNvPr>
          <p:cNvSpPr>
            <a:spLocks noGrp="1"/>
          </p:cNvSpPr>
          <p:nvPr>
            <p:ph type="sldNum" sz="quarter" idx="14"/>
          </p:nvPr>
        </p:nvSpPr>
        <p:spPr>
          <a:xfrm>
            <a:off x="8610600" y="6356350"/>
            <a:ext cx="2743200" cy="365125"/>
          </a:xfrm>
        </p:spPr>
        <p:txBody>
          <a:bodyPr/>
          <a:lstStyle/>
          <a:p>
            <a:fld id="{294A09A9-5501-47C1-A89A-A340965A2BE2}" type="slidenum">
              <a:rPr lang="en-US" smtClean="0"/>
              <a:pPr/>
              <a:t>3</a:t>
            </a:fld>
            <a:endParaRPr lang="en-US"/>
          </a:p>
        </p:txBody>
      </p:sp>
      <p:pic>
        <p:nvPicPr>
          <p:cNvPr id="1026" name="Picture 2" descr="Image result for pariyerum perumal MOVIE REVIEW">
            <a:extLst>
              <a:ext uri="{FF2B5EF4-FFF2-40B4-BE49-F238E27FC236}">
                <a16:creationId xmlns:a16="http://schemas.microsoft.com/office/drawing/2014/main" id="{6319AC91-D341-4853-C1E8-0B8DA35CD9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733"/>
          <a:stretch/>
        </p:blipFill>
        <p:spPr bwMode="auto">
          <a:xfrm>
            <a:off x="1327743" y="473752"/>
            <a:ext cx="4297076" cy="260058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71B7032A-B1DD-9D22-6E83-26BE98045066}"/>
              </a:ext>
            </a:extLst>
          </p:cNvPr>
          <p:cNvPicPr>
            <a:picLocks noChangeAspect="1"/>
          </p:cNvPicPr>
          <p:nvPr/>
        </p:nvPicPr>
        <p:blipFill rotWithShape="1">
          <a:blip r:embed="rId3"/>
          <a:srcRect b="21301"/>
          <a:stretch/>
        </p:blipFill>
        <p:spPr>
          <a:xfrm>
            <a:off x="704676" y="3783660"/>
            <a:ext cx="4228052" cy="2572689"/>
          </a:xfrm>
          <a:prstGeom prst="rect">
            <a:avLst/>
          </a:prstGeom>
        </p:spPr>
      </p:pic>
    </p:spTree>
    <p:extLst>
      <p:ext uri="{BB962C8B-B14F-4D97-AF65-F5344CB8AC3E}">
        <p14:creationId xmlns:p14="http://schemas.microsoft.com/office/powerpoint/2010/main" val="170988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94077D6D-F5A0-3744-56C3-F8D7D64D4234}"/>
              </a:ext>
            </a:extLst>
          </p:cNvPr>
          <p:cNvGraphicFramePr>
            <a:graphicFrameLocks noGrp="1"/>
          </p:cNvGraphicFramePr>
          <p:nvPr>
            <p:ph idx="1"/>
            <p:extLst>
              <p:ext uri="{D42A27DB-BD31-4B8C-83A1-F6EECF244321}">
                <p14:modId xmlns:p14="http://schemas.microsoft.com/office/powerpoint/2010/main" val="552311179"/>
              </p:ext>
            </p:extLst>
          </p:nvPr>
        </p:nvGraphicFramePr>
        <p:xfrm>
          <a:off x="245532" y="0"/>
          <a:ext cx="5376335" cy="6684268"/>
        </p:xfrm>
        <a:graphic>
          <a:graphicData uri="http://schemas.openxmlformats.org/drawingml/2006/table">
            <a:tbl>
              <a:tblPr firstRow="1" bandRow="1">
                <a:tableStyleId>{5940675A-B579-460E-94D1-54222C63F5DA}</a:tableStyleId>
              </a:tblPr>
              <a:tblGrid>
                <a:gridCol w="1473201">
                  <a:extLst>
                    <a:ext uri="{9D8B030D-6E8A-4147-A177-3AD203B41FA5}">
                      <a16:colId xmlns:a16="http://schemas.microsoft.com/office/drawing/2014/main" val="2198685859"/>
                    </a:ext>
                  </a:extLst>
                </a:gridCol>
                <a:gridCol w="3903134">
                  <a:extLst>
                    <a:ext uri="{9D8B030D-6E8A-4147-A177-3AD203B41FA5}">
                      <a16:colId xmlns:a16="http://schemas.microsoft.com/office/drawing/2014/main" val="1525055384"/>
                    </a:ext>
                  </a:extLst>
                </a:gridCol>
              </a:tblGrid>
              <a:tr h="446065">
                <a:tc>
                  <a:txBody>
                    <a:bodyPr/>
                    <a:lstStyle/>
                    <a:p>
                      <a:pPr marL="0" marR="0" lvl="0" indent="0" algn="l" defTabSz="914400" rtl="0" eaLnBrk="1" fontAlgn="auto" latinLnBrk="0" hangingPunct="1">
                        <a:lnSpc>
                          <a:spcPts val="1800"/>
                        </a:lnSpc>
                        <a:spcBef>
                          <a:spcPts val="600"/>
                        </a:spcBef>
                        <a:spcAft>
                          <a:spcPts val="600"/>
                        </a:spcAft>
                        <a:buClrTx/>
                        <a:buSzTx/>
                        <a:buFontTx/>
                        <a:buNone/>
                        <a:tabLst/>
                        <a:defRPr/>
                      </a:pPr>
                      <a:r>
                        <a:rPr lang="en-US" sz="1100" b="1">
                          <a:solidFill>
                            <a:srgbClr val="000000"/>
                          </a:solidFill>
                          <a:effectLst/>
                        </a:rPr>
                        <a:t>Directed by</a:t>
                      </a:r>
                      <a:endParaRPr lang="en-IN" sz="105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a:lnSpc>
                          <a:spcPts val="1800"/>
                        </a:lnSpc>
                        <a:spcBef>
                          <a:spcPts val="600"/>
                        </a:spcBef>
                        <a:spcAft>
                          <a:spcPts val="600"/>
                        </a:spcAft>
                      </a:pPr>
                      <a:r>
                        <a:rPr lang="en-US" sz="1200" u="none" strike="noStrike">
                          <a:solidFill>
                            <a:schemeClr val="tx1"/>
                          </a:solidFill>
                          <a:effectLst/>
                          <a:hlinkClick r:id="rId2" tooltip="Mari Selvaraj">
                            <a:extLst>
                              <a:ext uri="{A12FA001-AC4F-418D-AE19-62706E023703}">
                                <ahyp:hlinkClr xmlns:ahyp="http://schemas.microsoft.com/office/drawing/2018/hyperlinkcolor" val="tx"/>
                              </a:ext>
                            </a:extLst>
                          </a:hlinkClick>
                        </a:rPr>
                        <a:t>Mari Selvaraj</a:t>
                      </a:r>
                      <a:endPar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3954998691"/>
                  </a:ext>
                </a:extLst>
              </a:tr>
              <a:tr h="446065">
                <a:tc>
                  <a:txBody>
                    <a:bodyPr/>
                    <a:lstStyle/>
                    <a:p>
                      <a:pPr marL="0" marR="0" lvl="0" indent="0" algn="l" defTabSz="914400" rtl="0" eaLnBrk="1" fontAlgn="auto" latinLnBrk="0" hangingPunct="1">
                        <a:lnSpc>
                          <a:spcPts val="1800"/>
                        </a:lnSpc>
                        <a:spcBef>
                          <a:spcPts val="600"/>
                        </a:spcBef>
                        <a:spcAft>
                          <a:spcPts val="600"/>
                        </a:spcAft>
                        <a:buClrTx/>
                        <a:buSzTx/>
                        <a:buFontTx/>
                        <a:buNone/>
                        <a:tabLst/>
                        <a:defRPr/>
                      </a:pPr>
                      <a:r>
                        <a:rPr lang="en-US" sz="1100" b="1">
                          <a:solidFill>
                            <a:srgbClr val="000000"/>
                          </a:solidFill>
                          <a:effectLst/>
                        </a:rPr>
                        <a:t>Written by</a:t>
                      </a:r>
                      <a:endParaRPr lang="en-IN" sz="105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a:lnSpc>
                          <a:spcPts val="1800"/>
                        </a:lnSpc>
                        <a:spcBef>
                          <a:spcPts val="600"/>
                        </a:spcBef>
                        <a:spcAft>
                          <a:spcPts val="600"/>
                        </a:spcAft>
                      </a:pPr>
                      <a:r>
                        <a:rPr lang="en-US" sz="1200">
                          <a:solidFill>
                            <a:srgbClr val="000000"/>
                          </a:solidFill>
                          <a:effectLst/>
                        </a:rPr>
                        <a:t>Mari Selvaraj</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2050998081"/>
                  </a:ext>
                </a:extLst>
              </a:tr>
              <a:tr h="446065">
                <a:tc>
                  <a:txBody>
                    <a:bodyPr/>
                    <a:lstStyle/>
                    <a:p>
                      <a:pPr marL="0" marR="0" lvl="0" indent="0" algn="l" defTabSz="914400" rtl="0" eaLnBrk="1" fontAlgn="auto" latinLnBrk="0" hangingPunct="1">
                        <a:lnSpc>
                          <a:spcPts val="1800"/>
                        </a:lnSpc>
                        <a:spcBef>
                          <a:spcPts val="600"/>
                        </a:spcBef>
                        <a:spcAft>
                          <a:spcPts val="600"/>
                        </a:spcAft>
                        <a:buClrTx/>
                        <a:buSzTx/>
                        <a:buFontTx/>
                        <a:buNone/>
                        <a:tabLst/>
                        <a:defRPr/>
                      </a:pPr>
                      <a:r>
                        <a:rPr lang="en-US" sz="1100" b="1">
                          <a:solidFill>
                            <a:srgbClr val="000000"/>
                          </a:solidFill>
                          <a:effectLst/>
                        </a:rPr>
                        <a:t>Produced by</a:t>
                      </a:r>
                      <a:endParaRPr lang="en-IN" sz="105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a:lnSpc>
                          <a:spcPts val="1800"/>
                        </a:lnSpc>
                        <a:spcBef>
                          <a:spcPts val="600"/>
                        </a:spcBef>
                        <a:spcAft>
                          <a:spcPts val="600"/>
                        </a:spcAft>
                      </a:pPr>
                      <a:r>
                        <a:rPr lang="en-US" sz="1200" u="none" strike="noStrike">
                          <a:solidFill>
                            <a:schemeClr val="tx1"/>
                          </a:solidFill>
                          <a:effectLst/>
                          <a:hlinkClick r:id="rId3" tooltip="Pa. Ranjith">
                            <a:extLst>
                              <a:ext uri="{A12FA001-AC4F-418D-AE19-62706E023703}">
                                <ahyp:hlinkClr xmlns:ahyp="http://schemas.microsoft.com/office/drawing/2018/hyperlinkcolor" val="tx"/>
                              </a:ext>
                            </a:extLst>
                          </a:hlinkClick>
                        </a:rPr>
                        <a:t>Pa. Ranjith</a:t>
                      </a:r>
                      <a:endPar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2027662270"/>
                  </a:ext>
                </a:extLst>
              </a:tr>
              <a:tr h="570542">
                <a:tc>
                  <a:txBody>
                    <a:bodyPr/>
                    <a:lstStyle/>
                    <a:p>
                      <a:pPr marL="0" marR="0" lvl="0" indent="0" algn="l" defTabSz="914400" rtl="0" eaLnBrk="1" fontAlgn="auto" latinLnBrk="0" hangingPunct="1">
                        <a:lnSpc>
                          <a:spcPts val="1800"/>
                        </a:lnSpc>
                        <a:spcBef>
                          <a:spcPts val="600"/>
                        </a:spcBef>
                        <a:spcAft>
                          <a:spcPts val="600"/>
                        </a:spcAft>
                        <a:buClrTx/>
                        <a:buSzTx/>
                        <a:buFontTx/>
                        <a:buNone/>
                        <a:tabLst/>
                        <a:defRPr/>
                      </a:pPr>
                      <a:r>
                        <a:rPr lang="en-US" sz="1100" b="1">
                          <a:solidFill>
                            <a:srgbClr val="000000"/>
                          </a:solidFill>
                          <a:effectLst/>
                        </a:rPr>
                        <a:t>Starring</a:t>
                      </a:r>
                      <a:endParaRPr lang="en-IN" sz="105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a:lnSpc>
                          <a:spcPts val="1800"/>
                        </a:lnSpc>
                        <a:spcBef>
                          <a:spcPts val="600"/>
                        </a:spcBef>
                        <a:spcAft>
                          <a:spcPts val="600"/>
                        </a:spcAft>
                      </a:pPr>
                      <a:r>
                        <a:rPr lang="en-US" sz="1200" u="none" strike="noStrike" err="1">
                          <a:solidFill>
                            <a:schemeClr val="tx1"/>
                          </a:solidFill>
                          <a:effectLst/>
                          <a:hlinkClick r:id="rId4" tooltip="Kathir (actor)">
                            <a:extLst>
                              <a:ext uri="{A12FA001-AC4F-418D-AE19-62706E023703}">
                                <ahyp:hlinkClr xmlns:ahyp="http://schemas.microsoft.com/office/drawing/2018/hyperlinkcolor" val="tx"/>
                              </a:ext>
                            </a:extLst>
                          </a:hlinkClick>
                        </a:rPr>
                        <a:t>Kathir</a:t>
                      </a:r>
                      <a:br>
                        <a:rPr lang="en-US" sz="1200">
                          <a:solidFill>
                            <a:schemeClr val="tx1"/>
                          </a:solidFill>
                          <a:effectLst/>
                        </a:rPr>
                      </a:br>
                      <a:r>
                        <a:rPr lang="en-US" sz="1200" u="none" strike="noStrike" err="1">
                          <a:solidFill>
                            <a:schemeClr val="tx1"/>
                          </a:solidFill>
                          <a:effectLst/>
                          <a:hlinkClick r:id="rId5" tooltip="Anandhi (actress)">
                            <a:extLst>
                              <a:ext uri="{A12FA001-AC4F-418D-AE19-62706E023703}">
                                <ahyp:hlinkClr xmlns:ahyp="http://schemas.microsoft.com/office/drawing/2018/hyperlinkcolor" val="tx"/>
                              </a:ext>
                            </a:extLst>
                          </a:hlinkClick>
                        </a:rPr>
                        <a:t>Anandhi</a:t>
                      </a:r>
                      <a:endPar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111778028"/>
                  </a:ext>
                </a:extLst>
              </a:tr>
              <a:tr h="446065">
                <a:tc>
                  <a:txBody>
                    <a:bodyPr/>
                    <a:lstStyle/>
                    <a:p>
                      <a:pPr>
                        <a:lnSpc>
                          <a:spcPts val="1800"/>
                        </a:lnSpc>
                        <a:spcBef>
                          <a:spcPts val="600"/>
                        </a:spcBef>
                        <a:spcAft>
                          <a:spcPts val="600"/>
                        </a:spcAft>
                      </a:pPr>
                      <a:r>
                        <a:rPr lang="en-US" sz="1200" b="1">
                          <a:solidFill>
                            <a:srgbClr val="000000"/>
                          </a:solidFill>
                          <a:effectLst/>
                        </a:rPr>
                        <a:t>Edited by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a:lnSpc>
                          <a:spcPts val="1800"/>
                        </a:lnSpc>
                        <a:spcBef>
                          <a:spcPts val="600"/>
                        </a:spcBef>
                        <a:spcAft>
                          <a:spcPts val="600"/>
                        </a:spcAft>
                      </a:pPr>
                      <a:r>
                        <a:rPr lang="en-US" sz="1100">
                          <a:solidFill>
                            <a:srgbClr val="000000"/>
                          </a:solidFill>
                          <a:effectLst/>
                        </a:rPr>
                        <a:t>Selva R. K.</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786304876"/>
                  </a:ext>
                </a:extLst>
              </a:tr>
              <a:tr h="917170">
                <a:tc>
                  <a:txBody>
                    <a:bodyPr/>
                    <a:lstStyle/>
                    <a:p>
                      <a:pPr>
                        <a:lnSpc>
                          <a:spcPts val="1800"/>
                        </a:lnSpc>
                        <a:spcBef>
                          <a:spcPts val="600"/>
                        </a:spcBef>
                        <a:spcAft>
                          <a:spcPts val="600"/>
                        </a:spcAft>
                      </a:pPr>
                      <a:r>
                        <a:rPr lang="en-US" sz="1200" b="1">
                          <a:solidFill>
                            <a:srgbClr val="000000"/>
                          </a:solidFill>
                          <a:effectLst/>
                        </a:rPr>
                        <a:t>Music by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marL="0" marR="0" lvl="0" indent="0" algn="l" defTabSz="914400" rtl="0" eaLnBrk="1" fontAlgn="auto" latinLnBrk="0" hangingPunct="1">
                        <a:lnSpc>
                          <a:spcPts val="1800"/>
                        </a:lnSpc>
                        <a:spcBef>
                          <a:spcPts val="600"/>
                        </a:spcBef>
                        <a:spcAft>
                          <a:spcPts val="600"/>
                        </a:spcAft>
                        <a:buClrTx/>
                        <a:buSzTx/>
                        <a:buFontTx/>
                        <a:buNone/>
                        <a:tabLst/>
                        <a:defRPr/>
                      </a:pPr>
                      <a:r>
                        <a:rPr lang="en-US" sz="1050" u="none" strike="noStrike">
                          <a:solidFill>
                            <a:schemeClr val="tx1"/>
                          </a:solidFill>
                          <a:effectLst/>
                          <a:hlinkClick r:id="rId6" tooltip="Santhosh Narayanan">
                            <a:extLst>
                              <a:ext uri="{A12FA001-AC4F-418D-AE19-62706E023703}">
                                <ahyp:hlinkClr xmlns:ahyp="http://schemas.microsoft.com/office/drawing/2018/hyperlinkcolor" val="tx"/>
                              </a:ext>
                            </a:extLst>
                          </a:hlinkClick>
                        </a:rPr>
                        <a:t>Santhosh Narayanan</a:t>
                      </a:r>
                      <a:endParaRPr lang="en-IN"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ts val="1800"/>
                        </a:lnSpc>
                        <a:spcBef>
                          <a:spcPts val="600"/>
                        </a:spcBef>
                        <a:spcAft>
                          <a:spcPts val="600"/>
                        </a:spcAft>
                        <a:buClrTx/>
                        <a:buSzTx/>
                        <a:buFontTx/>
                        <a:buNone/>
                        <a:tabLst/>
                        <a:defRPr/>
                      </a:pPr>
                      <a:endParaRPr lang="en-IN" sz="1050">
                        <a:effectLst/>
                        <a:latin typeface="Calibri" panose="020F0502020204030204" pitchFamily="34" charset="0"/>
                        <a:ea typeface="Calibri" panose="020F0502020204030204" pitchFamily="34" charset="0"/>
                        <a:cs typeface="Times New Roman" panose="02020603050405020304" pitchFamily="18" charset="0"/>
                      </a:endParaRPr>
                    </a:p>
                    <a:p>
                      <a:pPr>
                        <a:lnSpc>
                          <a:spcPts val="1800"/>
                        </a:lnSpc>
                        <a:spcBef>
                          <a:spcPts val="600"/>
                        </a:spcBef>
                        <a:spcAft>
                          <a:spcPts val="600"/>
                        </a:spcAft>
                      </a:pP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4129707989"/>
                  </a:ext>
                </a:extLst>
              </a:tr>
              <a:tr h="501058">
                <a:tc>
                  <a:txBody>
                    <a:bodyPr/>
                    <a:lstStyle/>
                    <a:p>
                      <a:pPr marL="0" marR="0" lvl="0" indent="0" algn="l" defTabSz="914400" rtl="0" eaLnBrk="1" fontAlgn="auto" latinLnBrk="0" hangingPunct="1">
                        <a:lnSpc>
                          <a:spcPts val="1440"/>
                        </a:lnSpc>
                        <a:spcBef>
                          <a:spcPts val="600"/>
                        </a:spcBef>
                        <a:spcAft>
                          <a:spcPts val="600"/>
                        </a:spcAft>
                        <a:buClrTx/>
                        <a:buSzTx/>
                        <a:buFontTx/>
                        <a:buNone/>
                        <a:tabLst/>
                        <a:defRPr/>
                      </a:pPr>
                      <a:r>
                        <a:rPr lang="en-US" sz="1100" b="1">
                          <a:solidFill>
                            <a:srgbClr val="000000"/>
                          </a:solidFill>
                          <a:effectLst/>
                        </a:rPr>
                        <a:t>Cinematography</a:t>
                      </a:r>
                      <a:endParaRPr lang="en-IN" sz="105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a:lnSpc>
                          <a:spcPts val="1800"/>
                        </a:lnSpc>
                        <a:spcBef>
                          <a:spcPts val="600"/>
                        </a:spcBef>
                        <a:spcAft>
                          <a:spcPts val="600"/>
                        </a:spcAft>
                      </a:pPr>
                      <a:r>
                        <a:rPr lang="en-US"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Sridhar</a:t>
                      </a:r>
                      <a:endPar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2004653504"/>
                  </a:ext>
                </a:extLst>
              </a:tr>
              <a:tr h="446065">
                <a:tc>
                  <a:txBody>
                    <a:bodyPr/>
                    <a:lstStyle/>
                    <a:p>
                      <a:pPr>
                        <a:lnSpc>
                          <a:spcPts val="1800"/>
                        </a:lnSpc>
                        <a:spcBef>
                          <a:spcPts val="600"/>
                        </a:spcBef>
                        <a:spcAft>
                          <a:spcPts val="600"/>
                        </a:spcAft>
                      </a:pPr>
                      <a:r>
                        <a:rPr lang="en-US" sz="1200" b="1">
                          <a:solidFill>
                            <a:srgbClr val="000000"/>
                          </a:solidFill>
                          <a:effectLst/>
                        </a:rPr>
                        <a:t>Distributed by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fontAlgn="ctr">
                        <a:lnSpc>
                          <a:spcPts val="1800"/>
                        </a:lnSpc>
                        <a:spcBef>
                          <a:spcPts val="600"/>
                        </a:spcBef>
                        <a:spcAft>
                          <a:spcPts val="600"/>
                        </a:spcAft>
                      </a:pPr>
                      <a:r>
                        <a:rPr lang="en-US" sz="1200" u="none" strike="noStrike">
                          <a:solidFill>
                            <a:schemeClr val="tx1"/>
                          </a:solidFill>
                          <a:effectLst/>
                          <a:hlinkClick r:id="rId7" tooltip="Pa. Ranjith">
                            <a:extLst>
                              <a:ext uri="{A12FA001-AC4F-418D-AE19-62706E023703}">
                                <ahyp:hlinkClr xmlns:ahyp="http://schemas.microsoft.com/office/drawing/2018/hyperlinkcolor" val="tx"/>
                              </a:ext>
                            </a:extLst>
                          </a:hlinkClick>
                        </a:rPr>
                        <a:t>Neelam Productions</a:t>
                      </a:r>
                      <a:endPar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194266809"/>
                  </a:ext>
                </a:extLst>
              </a:tr>
              <a:tr h="446065">
                <a:tc>
                  <a:txBody>
                    <a:bodyPr/>
                    <a:lstStyle/>
                    <a:p>
                      <a:pPr>
                        <a:lnSpc>
                          <a:spcPts val="1440"/>
                        </a:lnSpc>
                        <a:spcBef>
                          <a:spcPts val="600"/>
                        </a:spcBef>
                        <a:spcAft>
                          <a:spcPts val="600"/>
                        </a:spcAft>
                      </a:pPr>
                      <a:r>
                        <a:rPr lang="en-US" sz="1200" b="1">
                          <a:solidFill>
                            <a:srgbClr val="000000"/>
                          </a:solidFill>
                          <a:effectLst/>
                        </a:rPr>
                        <a:t>Release date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a:lnSpc>
                          <a:spcPts val="1800"/>
                        </a:lnSpc>
                        <a:spcBef>
                          <a:spcPts val="600"/>
                        </a:spcBef>
                        <a:spcAft>
                          <a:spcPts val="600"/>
                        </a:spcAft>
                      </a:pPr>
                      <a:r>
                        <a:rPr lang="en-US" sz="1200" u="none" strike="noStrike" err="1">
                          <a:solidFill>
                            <a:schemeClr val="tx1"/>
                          </a:solidFill>
                          <a:effectLst/>
                          <a:hlinkClick r:id="rId8" tooltip="Lyca Productions">
                            <a:extLst>
                              <a:ext uri="{A12FA001-AC4F-418D-AE19-62706E023703}">
                                <ahyp:hlinkClr xmlns:ahyp="http://schemas.microsoft.com/office/drawing/2018/hyperlinkcolor" val="tx"/>
                              </a:ext>
                            </a:extLst>
                          </a:hlinkClick>
                        </a:rPr>
                        <a:t>Lyca</a:t>
                      </a:r>
                      <a:r>
                        <a:rPr lang="en-US" sz="1200" u="none" strike="noStrike">
                          <a:solidFill>
                            <a:schemeClr val="tx1"/>
                          </a:solidFill>
                          <a:effectLst/>
                          <a:hlinkClick r:id="rId8" tooltip="Lyca Productions">
                            <a:extLst>
                              <a:ext uri="{A12FA001-AC4F-418D-AE19-62706E023703}">
                                <ahyp:hlinkClr xmlns:ahyp="http://schemas.microsoft.com/office/drawing/2018/hyperlinkcolor" val="tx"/>
                              </a:ext>
                            </a:extLst>
                          </a:hlinkClick>
                        </a:rPr>
                        <a:t> Productions</a:t>
                      </a:r>
                      <a:endParaRPr lang="en-IN" sz="1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1835166572"/>
                  </a:ext>
                </a:extLst>
              </a:tr>
              <a:tr h="446065">
                <a:tc>
                  <a:txBody>
                    <a:bodyPr/>
                    <a:lstStyle/>
                    <a:p>
                      <a:pPr>
                        <a:lnSpc>
                          <a:spcPts val="1440"/>
                        </a:lnSpc>
                        <a:spcAft>
                          <a:spcPts val="800"/>
                        </a:spcAft>
                      </a:pPr>
                      <a:r>
                        <a:rPr lang="en-US" sz="1200" b="1">
                          <a:solidFill>
                            <a:srgbClr val="000000"/>
                          </a:solidFill>
                          <a:effectLst/>
                        </a:rPr>
                        <a:t>Running time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marL="342900" lvl="0" indent="-342900">
                        <a:lnSpc>
                          <a:spcPts val="1800"/>
                        </a:lnSpc>
                        <a:spcAft>
                          <a:spcPts val="800"/>
                        </a:spcAft>
                        <a:buSzPts val="1000"/>
                        <a:buFont typeface="Symbol" panose="05050102010706020507" pitchFamily="18" charset="2"/>
                        <a:buChar char=""/>
                        <a:tabLst>
                          <a:tab pos="457200" algn="l"/>
                        </a:tabLst>
                      </a:pPr>
                      <a:r>
                        <a:rPr lang="en-US" sz="1200">
                          <a:solidFill>
                            <a:srgbClr val="000000"/>
                          </a:solidFill>
                          <a:effectLst/>
                        </a:rPr>
                        <a:t>28 September 2018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769023048"/>
                  </a:ext>
                </a:extLst>
              </a:tr>
              <a:tr h="566779">
                <a:tc>
                  <a:txBody>
                    <a:bodyPr/>
                    <a:lstStyle/>
                    <a:p>
                      <a:pPr marL="0" marR="0" lvl="0" indent="0" algn="l" defTabSz="914400" rtl="0" eaLnBrk="1" fontAlgn="auto" latinLnBrk="0" hangingPunct="1">
                        <a:lnSpc>
                          <a:spcPts val="1800"/>
                        </a:lnSpc>
                        <a:spcBef>
                          <a:spcPts val="0"/>
                        </a:spcBef>
                        <a:spcAft>
                          <a:spcPts val="800"/>
                        </a:spcAft>
                        <a:buClrTx/>
                        <a:buSzTx/>
                        <a:buFontTx/>
                        <a:buNone/>
                        <a:tabLst/>
                        <a:defRPr/>
                      </a:pPr>
                      <a:r>
                        <a:rPr lang="en-US" sz="1100" b="1">
                          <a:solidFill>
                            <a:srgbClr val="000000"/>
                          </a:solidFill>
                          <a:effectLst/>
                        </a:rPr>
                        <a:t>Production</a:t>
                      </a:r>
                      <a:br>
                        <a:rPr lang="en-US" sz="1100" b="1">
                          <a:solidFill>
                            <a:srgbClr val="000000"/>
                          </a:solidFill>
                          <a:effectLst/>
                        </a:rPr>
                      </a:br>
                      <a:r>
                        <a:rPr lang="en-US" sz="1100" b="1">
                          <a:solidFill>
                            <a:srgbClr val="000000"/>
                          </a:solidFill>
                          <a:effectLst/>
                        </a:rPr>
                        <a:t>company</a:t>
                      </a:r>
                      <a:endParaRPr lang="en-IN" sz="105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a:lnSpc>
                          <a:spcPts val="1800"/>
                        </a:lnSpc>
                        <a:spcAft>
                          <a:spcPts val="800"/>
                        </a:spcAft>
                      </a:pPr>
                      <a:r>
                        <a:rPr lang="en-US" sz="1200">
                          <a:solidFill>
                            <a:srgbClr val="000000"/>
                          </a:solidFill>
                          <a:effectLst/>
                        </a:rPr>
                        <a:t>154 minutes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2034816326"/>
                  </a:ext>
                </a:extLst>
              </a:tr>
              <a:tr h="446065">
                <a:tc>
                  <a:txBody>
                    <a:bodyPr/>
                    <a:lstStyle/>
                    <a:p>
                      <a:pPr>
                        <a:lnSpc>
                          <a:spcPts val="1800"/>
                        </a:lnSpc>
                        <a:spcAft>
                          <a:spcPts val="800"/>
                        </a:spcAft>
                      </a:pPr>
                      <a:r>
                        <a:rPr lang="en-US" sz="1200" b="1">
                          <a:solidFill>
                            <a:srgbClr val="000000"/>
                          </a:solidFill>
                          <a:effectLst/>
                        </a:rPr>
                        <a:t>Language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a:lnSpc>
                          <a:spcPts val="1800"/>
                        </a:lnSpc>
                        <a:spcAft>
                          <a:spcPts val="800"/>
                        </a:spcAft>
                      </a:pPr>
                      <a:r>
                        <a:rPr lang="en-US" sz="1200">
                          <a:solidFill>
                            <a:srgbClr val="000000"/>
                          </a:solidFill>
                          <a:effectLst/>
                        </a:rPr>
                        <a:t>India</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2109734947"/>
                  </a:ext>
                </a:extLst>
              </a:tr>
              <a:tr h="446065">
                <a:tc>
                  <a:txBody>
                    <a:bodyPr/>
                    <a:lstStyle/>
                    <a:p>
                      <a:pPr marL="0" marR="0" lvl="0" indent="0" algn="l" defTabSz="914400" rtl="0" eaLnBrk="1" fontAlgn="auto" latinLnBrk="0" hangingPunct="1">
                        <a:lnSpc>
                          <a:spcPts val="1800"/>
                        </a:lnSpc>
                        <a:spcBef>
                          <a:spcPts val="0"/>
                        </a:spcBef>
                        <a:spcAft>
                          <a:spcPts val="800"/>
                        </a:spcAft>
                        <a:buClrTx/>
                        <a:buSzTx/>
                        <a:buFontTx/>
                        <a:buNone/>
                        <a:tabLst/>
                        <a:defRPr/>
                      </a:pPr>
                      <a:r>
                        <a:rPr lang="en-US" sz="1100" b="1">
                          <a:solidFill>
                            <a:srgbClr val="000000"/>
                          </a:solidFill>
                          <a:effectLst/>
                        </a:rPr>
                        <a:t>Country</a:t>
                      </a:r>
                      <a:endParaRPr lang="en-IN" sz="1050">
                        <a:effectLst/>
                        <a:latin typeface="Calibri" panose="020F0502020204030204" pitchFamily="34" charset="0"/>
                        <a:ea typeface="Calibri" panose="020F0502020204030204" pitchFamily="34" charset="0"/>
                        <a:cs typeface="Times New Roman" panose="02020603050405020304" pitchFamily="18" charset="0"/>
                      </a:endParaRPr>
                    </a:p>
                  </a:txBody>
                  <a:tcPr marL="30480" marR="99060" marT="30480" marB="30480"/>
                </a:tc>
                <a:tc>
                  <a:txBody>
                    <a:bodyPr/>
                    <a:lstStyle/>
                    <a:p>
                      <a:pPr>
                        <a:lnSpc>
                          <a:spcPts val="1800"/>
                        </a:lnSpc>
                        <a:spcAft>
                          <a:spcPts val="800"/>
                        </a:spcAft>
                      </a:pPr>
                      <a:r>
                        <a:rPr lang="en-US" sz="1200">
                          <a:solidFill>
                            <a:srgbClr val="000000"/>
                          </a:solidFill>
                          <a:effectLst/>
                        </a:rPr>
                        <a:t>Tamil</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30480" marR="30480" marT="30480" marB="30480"/>
                </a:tc>
                <a:extLst>
                  <a:ext uri="{0D108BD9-81ED-4DB2-BD59-A6C34878D82A}">
                    <a16:rowId xmlns:a16="http://schemas.microsoft.com/office/drawing/2014/main" val="4262513414"/>
                  </a:ext>
                </a:extLst>
              </a:tr>
            </a:tbl>
          </a:graphicData>
        </a:graphic>
      </p:graphicFrame>
      <p:sp>
        <p:nvSpPr>
          <p:cNvPr id="6" name="Footer Placeholder 5">
            <a:extLst>
              <a:ext uri="{FF2B5EF4-FFF2-40B4-BE49-F238E27FC236}">
                <a16:creationId xmlns:a16="http://schemas.microsoft.com/office/drawing/2014/main" id="{88FF3CE7-5A7F-C5DB-D618-2865B93972A8}"/>
              </a:ext>
            </a:extLst>
          </p:cNvPr>
          <p:cNvSpPr>
            <a:spLocks noGrp="1"/>
          </p:cNvSpPr>
          <p:nvPr>
            <p:ph type="ftr" sz="quarter" idx="13"/>
          </p:nvPr>
        </p:nvSpPr>
        <p:spPr/>
        <p:txBody>
          <a:bodyPr/>
          <a:lstStyle/>
          <a:p>
            <a:r>
              <a:rPr lang="en-US"/>
              <a:t>PARIYERUM PERUMAL REVIEW</a:t>
            </a:r>
          </a:p>
        </p:txBody>
      </p:sp>
      <p:sp>
        <p:nvSpPr>
          <p:cNvPr id="7" name="Slide Number Placeholder 6">
            <a:extLst>
              <a:ext uri="{FF2B5EF4-FFF2-40B4-BE49-F238E27FC236}">
                <a16:creationId xmlns:a16="http://schemas.microsoft.com/office/drawing/2014/main" id="{105E54E5-2FBA-5088-67A8-16DAC9F4B908}"/>
              </a:ext>
            </a:extLst>
          </p:cNvPr>
          <p:cNvSpPr>
            <a:spLocks noGrp="1"/>
          </p:cNvSpPr>
          <p:nvPr>
            <p:ph type="sldNum" sz="quarter" idx="14"/>
          </p:nvPr>
        </p:nvSpPr>
        <p:spPr/>
        <p:txBody>
          <a:bodyPr/>
          <a:lstStyle/>
          <a:p>
            <a:fld id="{294A09A9-5501-47C1-A89A-A340965A2BE2}" type="slidenum">
              <a:rPr lang="en-US" smtClean="0"/>
              <a:pPr/>
              <a:t>4</a:t>
            </a:fld>
            <a:endParaRPr lang="en-US"/>
          </a:p>
        </p:txBody>
      </p:sp>
      <p:sp>
        <p:nvSpPr>
          <p:cNvPr id="13" name="TextBox 12">
            <a:extLst>
              <a:ext uri="{FF2B5EF4-FFF2-40B4-BE49-F238E27FC236}">
                <a16:creationId xmlns:a16="http://schemas.microsoft.com/office/drawing/2014/main" id="{DF316009-5C1F-97B4-F9B2-0C678896AD4A}"/>
              </a:ext>
            </a:extLst>
          </p:cNvPr>
          <p:cNvSpPr txBox="1"/>
          <p:nvPr/>
        </p:nvSpPr>
        <p:spPr>
          <a:xfrm>
            <a:off x="6570134" y="793076"/>
            <a:ext cx="5001066" cy="6340197"/>
          </a:xfrm>
          <a:prstGeom prst="rect">
            <a:avLst/>
          </a:prstGeom>
          <a:noFill/>
        </p:spPr>
        <p:txBody>
          <a:bodyPr wrap="square" rtlCol="0">
            <a:spAutoFit/>
          </a:bodyPr>
          <a:lstStyle/>
          <a:p>
            <a:r>
              <a:rPr lang="en-US" sz="1400">
                <a:cs typeface="Arial" panose="020B0604020202020204" pitchFamily="34" charset="0"/>
              </a:rPr>
              <a:t>•	A summary of the plot, focusing on the protagonist's journey and the central themes of caste discrimination and friendship.</a:t>
            </a:r>
          </a:p>
          <a:p>
            <a:r>
              <a:rPr lang="en-US" sz="1400">
                <a:cs typeface="Arial" panose="020B0604020202020204" pitchFamily="34" charset="0"/>
              </a:rPr>
              <a:t>•	The story begins with </a:t>
            </a:r>
            <a:r>
              <a:rPr lang="en-US" sz="1400" err="1">
                <a:cs typeface="Arial" panose="020B0604020202020204" pitchFamily="34" charset="0"/>
              </a:rPr>
              <a:t>Pariyerum</a:t>
            </a:r>
            <a:r>
              <a:rPr lang="en-US" sz="1400">
                <a:cs typeface="Arial" panose="020B0604020202020204" pitchFamily="34" charset="0"/>
              </a:rPr>
              <a:t> Perumal, a young man from a lower caste, who dreams of becoming a lawyer. He enrolls in a prestigious law college, where he encounters hostility and discrimination from students belonging to higher castes. Despite facing numerous challenges, Perumal is determined to succeed and overcome the obstacles in his </a:t>
            </a:r>
            <a:r>
              <a:rPr lang="en-US" sz="1400" err="1">
                <a:cs typeface="Arial" panose="020B0604020202020204" pitchFamily="34" charset="0"/>
              </a:rPr>
              <a:t>path.As</a:t>
            </a:r>
            <a:r>
              <a:rPr lang="en-US" sz="1400">
                <a:cs typeface="Arial" panose="020B0604020202020204" pitchFamily="34" charset="0"/>
              </a:rPr>
              <a:t> </a:t>
            </a:r>
            <a:r>
              <a:rPr lang="en-US" sz="1400" err="1">
                <a:cs typeface="Arial" panose="020B0604020202020204" pitchFamily="34" charset="0"/>
              </a:rPr>
              <a:t>Pariyan</a:t>
            </a:r>
            <a:r>
              <a:rPr lang="en-US" sz="1400">
                <a:cs typeface="Arial" panose="020B0604020202020204" pitchFamily="34" charset="0"/>
              </a:rPr>
              <a:t> navigates the complexities of college life, he forms a close friendship with jo( </a:t>
            </a:r>
            <a:r>
              <a:rPr lang="en-US" sz="1400" err="1">
                <a:cs typeface="Arial" panose="020B0604020202020204" pitchFamily="34" charset="0"/>
              </a:rPr>
              <a:t>jyothi</a:t>
            </a:r>
            <a:r>
              <a:rPr lang="en-US" sz="1400">
                <a:cs typeface="Arial" panose="020B0604020202020204" pitchFamily="34" charset="0"/>
              </a:rPr>
              <a:t> </a:t>
            </a:r>
            <a:r>
              <a:rPr lang="en-US" sz="1400" err="1">
                <a:cs typeface="Arial" panose="020B0604020202020204" pitchFamily="34" charset="0"/>
              </a:rPr>
              <a:t>mahalakshmi</a:t>
            </a:r>
            <a:r>
              <a:rPr lang="en-US" sz="1400">
                <a:cs typeface="Arial" panose="020B0604020202020204" pitchFamily="34" charset="0"/>
              </a:rPr>
              <a:t> fellow student from a higher caste. Their bond transcends societal barriers, and jo becomes a source of support and encouragement for </a:t>
            </a:r>
            <a:r>
              <a:rPr lang="en-US" sz="1400" err="1">
                <a:cs typeface="Arial" panose="020B0604020202020204" pitchFamily="34" charset="0"/>
              </a:rPr>
              <a:t>Pariyan.However</a:t>
            </a:r>
            <a:r>
              <a:rPr lang="en-US" sz="1400">
                <a:cs typeface="Arial" panose="020B0604020202020204" pitchFamily="34" charset="0"/>
              </a:rPr>
              <a:t>, their friendship faces opposition from jo's family and the conservative society they live in. The deep-rooted caste prejudices threaten to tear them apart, forcing </a:t>
            </a:r>
            <a:r>
              <a:rPr lang="en-US" sz="1400" err="1">
                <a:cs typeface="Arial" panose="020B0604020202020204" pitchFamily="34" charset="0"/>
              </a:rPr>
              <a:t>Pariyan</a:t>
            </a:r>
            <a:r>
              <a:rPr lang="en-US" sz="1400">
                <a:cs typeface="Arial" panose="020B0604020202020204" pitchFamily="34" charset="0"/>
              </a:rPr>
              <a:t> to confront the harsh realities of discrimination and </a:t>
            </a:r>
            <a:r>
              <a:rPr lang="en-US" sz="1400" err="1">
                <a:cs typeface="Arial" panose="020B0604020202020204" pitchFamily="34" charset="0"/>
              </a:rPr>
              <a:t>injustice.Amidst</a:t>
            </a:r>
            <a:r>
              <a:rPr lang="en-US" sz="1400">
                <a:cs typeface="Arial" panose="020B0604020202020204" pitchFamily="34" charset="0"/>
              </a:rPr>
              <a:t> the turmoil, </a:t>
            </a:r>
            <a:r>
              <a:rPr lang="en-US" sz="1400" err="1">
                <a:cs typeface="Arial" panose="020B0604020202020204" pitchFamily="34" charset="0"/>
              </a:rPr>
              <a:t>Pariyan's</a:t>
            </a:r>
            <a:r>
              <a:rPr lang="en-US" sz="1400">
                <a:cs typeface="Arial" panose="020B0604020202020204" pitchFamily="34" charset="0"/>
              </a:rPr>
              <a:t> resolve is tested, but he remains steadfast in his pursuit of education and justice. With the support of his friends and mentors, he confronts the oppressive caste system and strives to make a difference in </a:t>
            </a:r>
            <a:r>
              <a:rPr lang="en-US" sz="1400" err="1">
                <a:cs typeface="Arial" panose="020B0604020202020204" pitchFamily="34" charset="0"/>
              </a:rPr>
              <a:t>society.The</a:t>
            </a:r>
            <a:r>
              <a:rPr lang="en-US" sz="1400">
                <a:cs typeface="Arial" panose="020B0604020202020204" pitchFamily="34" charset="0"/>
              </a:rPr>
              <a:t> film culminates in a powerful climax that underscores the importance of solidarity and resilience in the face of adversity. Through </a:t>
            </a:r>
            <a:r>
              <a:rPr lang="en-US" sz="1400" err="1">
                <a:cs typeface="Arial" panose="020B0604020202020204" pitchFamily="34" charset="0"/>
              </a:rPr>
              <a:t>Pariyan's</a:t>
            </a:r>
            <a:r>
              <a:rPr lang="en-US" sz="1400">
                <a:cs typeface="Arial" panose="020B0604020202020204" pitchFamily="34" charset="0"/>
              </a:rPr>
              <a:t> journey, the film sheds light on the pervasive nature of caste discrimination and the need for social change.</a:t>
            </a:r>
          </a:p>
          <a:p>
            <a:r>
              <a:rPr lang="en-US" sz="1400">
                <a:cs typeface="Arial" panose="020B0604020202020204" pitchFamily="34" charset="0"/>
              </a:rPr>
              <a:t>	</a:t>
            </a:r>
          </a:p>
        </p:txBody>
      </p:sp>
      <p:sp>
        <p:nvSpPr>
          <p:cNvPr id="14" name="Title 1">
            <a:extLst>
              <a:ext uri="{FF2B5EF4-FFF2-40B4-BE49-F238E27FC236}">
                <a16:creationId xmlns:a16="http://schemas.microsoft.com/office/drawing/2014/main" id="{2FF264E9-2D41-CAE7-7114-D8A1F5BA3D8E}"/>
              </a:ext>
            </a:extLst>
          </p:cNvPr>
          <p:cNvSpPr>
            <a:spLocks noGrp="1"/>
          </p:cNvSpPr>
          <p:nvPr>
            <p:ph type="title"/>
          </p:nvPr>
        </p:nvSpPr>
        <p:spPr>
          <a:xfrm>
            <a:off x="5976540" y="136525"/>
            <a:ext cx="5223934" cy="656551"/>
          </a:xfrm>
        </p:spPr>
        <p:txBody>
          <a:bodyPr>
            <a:normAutofit fontScale="90000"/>
          </a:bodyPr>
          <a:lstStyle/>
          <a:p>
            <a:r>
              <a:rPr lang="en-US"/>
              <a:t>SYNOPSIS</a:t>
            </a:r>
            <a:endParaRPr lang="en-IN"/>
          </a:p>
        </p:txBody>
      </p:sp>
      <p:pic>
        <p:nvPicPr>
          <p:cNvPr id="15" name="Picture 14">
            <a:extLst>
              <a:ext uri="{FF2B5EF4-FFF2-40B4-BE49-F238E27FC236}">
                <a16:creationId xmlns:a16="http://schemas.microsoft.com/office/drawing/2014/main" id="{A0F7176E-1C3B-663C-9DD3-1CC9E48B0E78}"/>
              </a:ext>
            </a:extLst>
          </p:cNvPr>
          <p:cNvPicPr>
            <a:picLocks noChangeAspect="1"/>
          </p:cNvPicPr>
          <p:nvPr/>
        </p:nvPicPr>
        <p:blipFill>
          <a:blip r:embed="rId9"/>
          <a:stretch>
            <a:fillRect/>
          </a:stretch>
        </p:blipFill>
        <p:spPr>
          <a:xfrm>
            <a:off x="4028861" y="136525"/>
            <a:ext cx="1473546" cy="1190625"/>
          </a:xfrm>
          <a:prstGeom prst="rect">
            <a:avLst/>
          </a:prstGeom>
        </p:spPr>
      </p:pic>
      <p:pic>
        <p:nvPicPr>
          <p:cNvPr id="4098" name="Picture 2" descr="Lyca Productions">
            <a:extLst>
              <a:ext uri="{FF2B5EF4-FFF2-40B4-BE49-F238E27FC236}">
                <a16:creationId xmlns:a16="http://schemas.microsoft.com/office/drawing/2014/main" id="{5AE6D6CA-42D1-B4DB-08A5-A1E0E51D1B34}"/>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8577" t="14577" r="11872" b="17269"/>
          <a:stretch/>
        </p:blipFill>
        <p:spPr bwMode="auto">
          <a:xfrm>
            <a:off x="4197749" y="5125122"/>
            <a:ext cx="1071846" cy="81145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176B869C-64DF-967B-F7C7-630753C562B1}"/>
              </a:ext>
            </a:extLst>
          </p:cNvPr>
          <p:cNvPicPr>
            <a:picLocks noChangeAspect="1"/>
          </p:cNvPicPr>
          <p:nvPr/>
        </p:nvPicPr>
        <p:blipFill>
          <a:blip r:embed="rId11"/>
          <a:stretch>
            <a:fillRect/>
          </a:stretch>
        </p:blipFill>
        <p:spPr>
          <a:xfrm>
            <a:off x="3281232" y="3158752"/>
            <a:ext cx="2236932" cy="1190625"/>
          </a:xfrm>
          <a:prstGeom prst="rect">
            <a:avLst/>
          </a:prstGeom>
        </p:spPr>
      </p:pic>
      <p:pic>
        <p:nvPicPr>
          <p:cNvPr id="17" name="Picture 16">
            <a:extLst>
              <a:ext uri="{FF2B5EF4-FFF2-40B4-BE49-F238E27FC236}">
                <a16:creationId xmlns:a16="http://schemas.microsoft.com/office/drawing/2014/main" id="{E24BE1F6-1B8F-3993-B112-B21EEF5B2FC1}"/>
              </a:ext>
            </a:extLst>
          </p:cNvPr>
          <p:cNvPicPr>
            <a:picLocks noChangeAspect="1"/>
          </p:cNvPicPr>
          <p:nvPr/>
        </p:nvPicPr>
        <p:blipFill>
          <a:blip r:embed="rId12"/>
          <a:stretch>
            <a:fillRect/>
          </a:stretch>
        </p:blipFill>
        <p:spPr>
          <a:xfrm>
            <a:off x="3981566" y="1718635"/>
            <a:ext cx="1409623" cy="1055857"/>
          </a:xfrm>
          <a:prstGeom prst="rect">
            <a:avLst/>
          </a:prstGeom>
        </p:spPr>
      </p:pic>
    </p:spTree>
    <p:extLst>
      <p:ext uri="{BB962C8B-B14F-4D97-AF65-F5344CB8AC3E}">
        <p14:creationId xmlns:p14="http://schemas.microsoft.com/office/powerpoint/2010/main" val="3629660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C9419A-CFA6-4C0B-9B57-57594DAD8B0A}"/>
              </a:ext>
            </a:extLst>
          </p:cNvPr>
          <p:cNvSpPr>
            <a:spLocks noGrp="1"/>
          </p:cNvSpPr>
          <p:nvPr>
            <p:ph type="title"/>
          </p:nvPr>
        </p:nvSpPr>
        <p:spPr>
          <a:xfrm>
            <a:off x="6102298" y="-980972"/>
            <a:ext cx="5680528" cy="6380287"/>
          </a:xfrm>
        </p:spPr>
        <p:txBody>
          <a:bodyPr>
            <a:normAutofit/>
          </a:bodyPr>
          <a:lstStyle/>
          <a:p>
            <a:r>
              <a:rPr lang="en-US"/>
              <a:t>World has more meanings,youth can make it more meaningful...</a:t>
            </a:r>
          </a:p>
        </p:txBody>
      </p:sp>
      <p:sp>
        <p:nvSpPr>
          <p:cNvPr id="5" name="Footer Placeholder 4">
            <a:extLst>
              <a:ext uri="{FF2B5EF4-FFF2-40B4-BE49-F238E27FC236}">
                <a16:creationId xmlns:a16="http://schemas.microsoft.com/office/drawing/2014/main" id="{5D0BFD04-3B53-4CC9-BED5-4F6098F21BE8}"/>
              </a:ext>
            </a:extLst>
          </p:cNvPr>
          <p:cNvSpPr>
            <a:spLocks noGrp="1"/>
          </p:cNvSpPr>
          <p:nvPr>
            <p:ph type="ftr" sz="quarter" idx="13"/>
          </p:nvPr>
        </p:nvSpPr>
        <p:spPr/>
        <p:txBody>
          <a:bodyPr/>
          <a:lstStyle/>
          <a:p>
            <a:r>
              <a:rPr lang="en-US"/>
              <a:t>PARIYERUM PERUMAL REVIEW</a:t>
            </a:r>
          </a:p>
        </p:txBody>
      </p:sp>
      <p:sp>
        <p:nvSpPr>
          <p:cNvPr id="8" name="Slide Number Placeholder 7">
            <a:extLst>
              <a:ext uri="{FF2B5EF4-FFF2-40B4-BE49-F238E27FC236}">
                <a16:creationId xmlns:a16="http://schemas.microsoft.com/office/drawing/2014/main" id="{99C39E95-E1B3-4552-ABD4-3440F7446CE7}"/>
              </a:ext>
            </a:extLst>
          </p:cNvPr>
          <p:cNvSpPr>
            <a:spLocks noGrp="1"/>
          </p:cNvSpPr>
          <p:nvPr>
            <p:ph type="sldNum" sz="quarter" idx="14"/>
          </p:nvPr>
        </p:nvSpPr>
        <p:spPr/>
        <p:txBody>
          <a:bodyPr/>
          <a:lstStyle/>
          <a:p>
            <a:fld id="{294A09A9-5501-47C1-A89A-A340965A2BE2}" type="slidenum">
              <a:rPr lang="en-US" smtClean="0"/>
              <a:pPr/>
              <a:t>5</a:t>
            </a:fld>
            <a:endParaRPr lang="en-US"/>
          </a:p>
        </p:txBody>
      </p:sp>
      <p:pic>
        <p:nvPicPr>
          <p:cNvPr id="11" name="Picture Placeholder 10" descr="Pariyerum Perumal BA BL – Dharani Thangavelu">
            <a:extLst>
              <a:ext uri="{FF2B5EF4-FFF2-40B4-BE49-F238E27FC236}">
                <a16:creationId xmlns:a16="http://schemas.microsoft.com/office/drawing/2014/main" id="{C8A56DA7-B8F6-AFB8-EAA7-99A7EF8191E2}"/>
              </a:ext>
            </a:extLst>
          </p:cNvPr>
          <p:cNvPicPr>
            <a:picLocks noGrp="1" noChangeAspect="1"/>
          </p:cNvPicPr>
          <p:nvPr>
            <p:ph type="pic" sz="quarter" idx="10"/>
          </p:nvPr>
        </p:nvPicPr>
        <p:blipFill>
          <a:blip r:embed="rId2"/>
          <a:srcRect t="7772" b="7772"/>
          <a:stretch/>
        </p:blipFill>
        <p:spPr/>
      </p:pic>
    </p:spTree>
    <p:extLst>
      <p:ext uri="{BB962C8B-B14F-4D97-AF65-F5344CB8AC3E}">
        <p14:creationId xmlns:p14="http://schemas.microsoft.com/office/powerpoint/2010/main" val="3548834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43DC389B-E6F5-DB98-94AA-63441DC85541}"/>
              </a:ext>
            </a:extLst>
          </p:cNvPr>
          <p:cNvSpPr/>
          <p:nvPr/>
        </p:nvSpPr>
        <p:spPr>
          <a:xfrm>
            <a:off x="702732" y="863601"/>
            <a:ext cx="5137151" cy="5875866"/>
          </a:xfrm>
          <a:prstGeom prst="roundRect">
            <a:avLst/>
          </a:prstGeom>
          <a:solidFill>
            <a:schemeClr val="bg1">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6580A52B-35B5-AB11-2CFE-49EBC9676144}"/>
              </a:ext>
            </a:extLst>
          </p:cNvPr>
          <p:cNvSpPr txBox="1"/>
          <p:nvPr/>
        </p:nvSpPr>
        <p:spPr>
          <a:xfrm>
            <a:off x="977899" y="900839"/>
            <a:ext cx="4974167" cy="5632311"/>
          </a:xfrm>
          <a:prstGeom prst="rect">
            <a:avLst/>
          </a:prstGeom>
          <a:noFill/>
        </p:spPr>
        <p:txBody>
          <a:bodyPr wrap="square" lIns="91440" tIns="45720" rIns="91440" bIns="45720" anchor="t">
            <a:spAutoFit/>
          </a:bodyPr>
          <a:lstStyle/>
          <a:p>
            <a:r>
              <a:rPr lang="en-IN">
                <a:solidFill>
                  <a:srgbClr val="002060"/>
                </a:solidFill>
              </a:rPr>
              <a:t>  Key characters:</a:t>
            </a:r>
          </a:p>
          <a:p>
            <a:r>
              <a:rPr lang="en-IN">
                <a:solidFill>
                  <a:schemeClr val="bg1"/>
                </a:solidFill>
              </a:rPr>
              <a:t>•	</a:t>
            </a:r>
            <a:r>
              <a:rPr lang="en-IN" err="1">
                <a:solidFill>
                  <a:schemeClr val="bg1"/>
                </a:solidFill>
              </a:rPr>
              <a:t>Parierum</a:t>
            </a:r>
            <a:r>
              <a:rPr lang="en-IN">
                <a:solidFill>
                  <a:schemeClr val="bg1"/>
                </a:solidFill>
              </a:rPr>
              <a:t> Perumal (Perumal)</a:t>
            </a:r>
          </a:p>
          <a:p>
            <a:r>
              <a:rPr lang="en-IN">
                <a:solidFill>
                  <a:schemeClr val="bg1"/>
                </a:solidFill>
              </a:rPr>
              <a:t>•	Jyothi Mahalakshmi</a:t>
            </a:r>
          </a:p>
          <a:p>
            <a:r>
              <a:rPr lang="en-IN">
                <a:solidFill>
                  <a:schemeClr val="bg1"/>
                </a:solidFill>
              </a:rPr>
              <a:t>•	</a:t>
            </a:r>
            <a:r>
              <a:rPr lang="en-IN" err="1">
                <a:solidFill>
                  <a:schemeClr val="bg1"/>
                </a:solidFill>
              </a:rPr>
              <a:t>anand</a:t>
            </a:r>
            <a:endParaRPr lang="en-IN">
              <a:solidFill>
                <a:schemeClr val="bg1"/>
              </a:solidFill>
            </a:endParaRPr>
          </a:p>
          <a:p>
            <a:r>
              <a:rPr lang="en-IN">
                <a:solidFill>
                  <a:srgbClr val="002060"/>
                </a:solidFill>
              </a:rPr>
              <a:t>EXPLORATION OF MAJOR THEMES:</a:t>
            </a:r>
          </a:p>
          <a:p>
            <a:r>
              <a:rPr lang="en-IN">
                <a:solidFill>
                  <a:schemeClr val="bg1"/>
                </a:solidFill>
              </a:rPr>
              <a:t>•</a:t>
            </a:r>
            <a:r>
              <a:rPr lang="en-IN">
                <a:solidFill>
                  <a:schemeClr val="accent3">
                    <a:lumMod val="50000"/>
                  </a:schemeClr>
                </a:solidFill>
              </a:rPr>
              <a:t>Caste discrimination</a:t>
            </a:r>
          </a:p>
          <a:p>
            <a:r>
              <a:rPr lang="en-IN">
                <a:solidFill>
                  <a:schemeClr val="bg1"/>
                </a:solidFill>
              </a:rPr>
              <a:t>•</a:t>
            </a:r>
            <a:r>
              <a:rPr lang="en-IN" err="1">
                <a:solidFill>
                  <a:schemeClr val="bg1"/>
                </a:solidFill>
              </a:rPr>
              <a:t>Pariyan</a:t>
            </a:r>
            <a:r>
              <a:rPr lang="en-IN">
                <a:solidFill>
                  <a:schemeClr val="bg1"/>
                </a:solidFill>
              </a:rPr>
              <a:t> is isolated from his upper-caste colleagues in college and experiences violence and humiliation due to the sharp caste-based division pervasive in society. It shows underprivileged groups' tenacity and struggle to claim their identity and dignity.</a:t>
            </a:r>
          </a:p>
          <a:p>
            <a:r>
              <a:rPr lang="en-IN">
                <a:solidFill>
                  <a:schemeClr val="bg1"/>
                </a:solidFill>
              </a:rPr>
              <a:t>•</a:t>
            </a:r>
            <a:r>
              <a:rPr lang="en-IN">
                <a:solidFill>
                  <a:schemeClr val="accent3">
                    <a:lumMod val="50000"/>
                  </a:schemeClr>
                </a:solidFill>
              </a:rPr>
              <a:t>Friendship and camaraderie</a:t>
            </a:r>
          </a:p>
          <a:p>
            <a:r>
              <a:rPr lang="en-IN">
                <a:solidFill>
                  <a:schemeClr val="bg1"/>
                </a:solidFill>
              </a:rPr>
              <a:t>•</a:t>
            </a:r>
            <a:r>
              <a:rPr lang="en-IN" err="1">
                <a:solidFill>
                  <a:schemeClr val="bg1"/>
                </a:solidFill>
              </a:rPr>
              <a:t>Yogibabu</a:t>
            </a:r>
            <a:r>
              <a:rPr lang="en-IN">
                <a:solidFill>
                  <a:schemeClr val="bg1"/>
                </a:solidFill>
              </a:rPr>
              <a:t> (</a:t>
            </a:r>
            <a:r>
              <a:rPr lang="en-IN" err="1">
                <a:solidFill>
                  <a:schemeClr val="bg1"/>
                </a:solidFill>
              </a:rPr>
              <a:t>anand</a:t>
            </a:r>
            <a:r>
              <a:rPr lang="en-IN">
                <a:solidFill>
                  <a:schemeClr val="bg1"/>
                </a:solidFill>
              </a:rPr>
              <a:t>)  and </a:t>
            </a:r>
            <a:r>
              <a:rPr lang="en-IN" err="1">
                <a:solidFill>
                  <a:schemeClr val="bg1"/>
                </a:solidFill>
              </a:rPr>
              <a:t>anandhi</a:t>
            </a:r>
            <a:r>
              <a:rPr lang="en-IN">
                <a:solidFill>
                  <a:schemeClr val="bg1"/>
                </a:solidFill>
              </a:rPr>
              <a:t> (jo) accepts </a:t>
            </a:r>
            <a:r>
              <a:rPr lang="en-IN" err="1">
                <a:solidFill>
                  <a:schemeClr val="bg1"/>
                </a:solidFill>
              </a:rPr>
              <a:t>parian</a:t>
            </a:r>
            <a:r>
              <a:rPr lang="en-IN">
                <a:solidFill>
                  <a:schemeClr val="bg1"/>
                </a:solidFill>
              </a:rPr>
              <a:t> has their friend . this denotes that friendship despite class and caste difference</a:t>
            </a:r>
          </a:p>
          <a:p>
            <a:r>
              <a:rPr lang="en-IN">
                <a:solidFill>
                  <a:schemeClr val="bg1"/>
                </a:solidFill>
              </a:rPr>
              <a:t>•</a:t>
            </a:r>
            <a:r>
              <a:rPr lang="en-IN">
                <a:solidFill>
                  <a:schemeClr val="accent3">
                    <a:lumMod val="50000"/>
                  </a:schemeClr>
                </a:solidFill>
              </a:rPr>
              <a:t>Education and empowerment</a:t>
            </a:r>
          </a:p>
          <a:p>
            <a:r>
              <a:rPr lang="en-IN">
                <a:solidFill>
                  <a:schemeClr val="bg1"/>
                </a:solidFill>
              </a:rPr>
              <a:t>•The film also emphasises that Dalit activism and empowerment is possible through education.</a:t>
            </a:r>
          </a:p>
        </p:txBody>
      </p:sp>
      <p:sp>
        <p:nvSpPr>
          <p:cNvPr id="22" name="TextBox 21">
            <a:extLst>
              <a:ext uri="{FF2B5EF4-FFF2-40B4-BE49-F238E27FC236}">
                <a16:creationId xmlns:a16="http://schemas.microsoft.com/office/drawing/2014/main" id="{4F127D1E-8657-C037-1D70-BBDF261DCDBF}"/>
              </a:ext>
            </a:extLst>
          </p:cNvPr>
          <p:cNvSpPr txBox="1"/>
          <p:nvPr/>
        </p:nvSpPr>
        <p:spPr>
          <a:xfrm>
            <a:off x="160867" y="118533"/>
            <a:ext cx="6836833" cy="646331"/>
          </a:xfrm>
          <a:prstGeom prst="rect">
            <a:avLst/>
          </a:prstGeom>
          <a:noFill/>
        </p:spPr>
        <p:txBody>
          <a:bodyPr wrap="square">
            <a:spAutoFit/>
          </a:bodyPr>
          <a:lstStyle/>
          <a:p>
            <a:r>
              <a:rPr lang="en-IN" sz="3600"/>
              <a:t>CHARACTERS AND THEMES:</a:t>
            </a:r>
          </a:p>
        </p:txBody>
      </p:sp>
      <p:sp>
        <p:nvSpPr>
          <p:cNvPr id="24" name="TextBox 23">
            <a:extLst>
              <a:ext uri="{FF2B5EF4-FFF2-40B4-BE49-F238E27FC236}">
                <a16:creationId xmlns:a16="http://schemas.microsoft.com/office/drawing/2014/main" id="{EF391A8B-92B1-7AE9-2DAC-6D4A7569B729}"/>
              </a:ext>
            </a:extLst>
          </p:cNvPr>
          <p:cNvSpPr txBox="1"/>
          <p:nvPr/>
        </p:nvSpPr>
        <p:spPr>
          <a:xfrm>
            <a:off x="5952066" y="4816062"/>
            <a:ext cx="6108700" cy="1754326"/>
          </a:xfrm>
          <a:prstGeom prst="rect">
            <a:avLst/>
          </a:prstGeom>
          <a:noFill/>
        </p:spPr>
        <p:txBody>
          <a:bodyPr wrap="square">
            <a:spAutoFit/>
          </a:bodyPr>
          <a:lstStyle/>
          <a:p>
            <a:r>
              <a:rPr lang="en-US" b="0" i="0" err="1">
                <a:solidFill>
                  <a:srgbClr val="E8EAED"/>
                </a:solidFill>
                <a:effectLst/>
                <a:latin typeface="Google Sans"/>
              </a:rPr>
              <a:t>Pariyerum</a:t>
            </a:r>
            <a:r>
              <a:rPr lang="en-US" b="0" i="0">
                <a:solidFill>
                  <a:srgbClr val="E8EAED"/>
                </a:solidFill>
                <a:effectLst/>
                <a:latin typeface="Google Sans"/>
              </a:rPr>
              <a:t> Perumal </a:t>
            </a:r>
            <a:r>
              <a:rPr lang="en-US" b="0" i="0">
                <a:solidFill>
                  <a:srgbClr val="E2EEFF"/>
                </a:solidFill>
                <a:effectLst/>
                <a:latin typeface="Google Sans"/>
              </a:rPr>
              <a:t>vividly depicts the nexus between caste and gender inequality</a:t>
            </a:r>
            <a:r>
              <a:rPr lang="en-US" b="0" i="0">
                <a:solidFill>
                  <a:srgbClr val="E8EAED"/>
                </a:solidFill>
                <a:effectLst/>
                <a:latin typeface="Google Sans"/>
              </a:rPr>
              <a:t>. Jo and </a:t>
            </a:r>
            <a:r>
              <a:rPr lang="en-US" b="0" i="0" err="1">
                <a:solidFill>
                  <a:srgbClr val="E8EAED"/>
                </a:solidFill>
                <a:effectLst/>
                <a:latin typeface="Google Sans"/>
              </a:rPr>
              <a:t>Pariyan's</a:t>
            </a:r>
            <a:r>
              <a:rPr lang="en-US" b="0" i="0">
                <a:solidFill>
                  <a:srgbClr val="E8EAED"/>
                </a:solidFill>
                <a:effectLst/>
                <a:latin typeface="Google Sans"/>
              </a:rPr>
              <a:t> characters show how those at the junction of two identities confront multiple forms of oppression. They face caste-based discrimination, gender-based violence, and societal norms that promote these inequities.</a:t>
            </a:r>
            <a:endParaRPr lang="en-IN"/>
          </a:p>
        </p:txBody>
      </p:sp>
      <p:sp>
        <p:nvSpPr>
          <p:cNvPr id="26" name="Rectangle: Rounded Corners 25">
            <a:extLst>
              <a:ext uri="{FF2B5EF4-FFF2-40B4-BE49-F238E27FC236}">
                <a16:creationId xmlns:a16="http://schemas.microsoft.com/office/drawing/2014/main" id="{B5254F39-BA6A-38D9-87CA-0D921CCD4A48}"/>
              </a:ext>
            </a:extLst>
          </p:cNvPr>
          <p:cNvSpPr/>
          <p:nvPr/>
        </p:nvSpPr>
        <p:spPr>
          <a:xfrm>
            <a:off x="5839883" y="4580467"/>
            <a:ext cx="6220883" cy="2159000"/>
          </a:xfrm>
          <a:prstGeom prst="roundRect">
            <a:avLst/>
          </a:prstGeom>
          <a:solidFill>
            <a:schemeClr val="bg1">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The cute Pariyerum Perumal magic to occur again? | StudioFlicks">
            <a:extLst>
              <a:ext uri="{FF2B5EF4-FFF2-40B4-BE49-F238E27FC236}">
                <a16:creationId xmlns:a16="http://schemas.microsoft.com/office/drawing/2014/main" id="{CCA41A8E-FA64-753D-B8DA-C9BFF9C4B1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050" y="2838266"/>
            <a:ext cx="3103339" cy="1624404"/>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225FACFE-D26D-178C-56A0-7101B4C057ED}"/>
              </a:ext>
            </a:extLst>
          </p:cNvPr>
          <p:cNvPicPr>
            <a:picLocks noChangeAspect="1"/>
          </p:cNvPicPr>
          <p:nvPr/>
        </p:nvPicPr>
        <p:blipFill>
          <a:blip r:embed="rId3"/>
          <a:stretch>
            <a:fillRect/>
          </a:stretch>
        </p:blipFill>
        <p:spPr>
          <a:xfrm>
            <a:off x="6115050" y="959131"/>
            <a:ext cx="3103338" cy="1684867"/>
          </a:xfrm>
          <a:prstGeom prst="rect">
            <a:avLst/>
          </a:prstGeom>
        </p:spPr>
      </p:pic>
      <p:pic>
        <p:nvPicPr>
          <p:cNvPr id="28" name="Picture 27">
            <a:extLst>
              <a:ext uri="{FF2B5EF4-FFF2-40B4-BE49-F238E27FC236}">
                <a16:creationId xmlns:a16="http://schemas.microsoft.com/office/drawing/2014/main" id="{51089DF8-7EC7-7DC6-AFA6-1C9F7C181ACE}"/>
              </a:ext>
            </a:extLst>
          </p:cNvPr>
          <p:cNvPicPr>
            <a:picLocks noChangeAspect="1"/>
          </p:cNvPicPr>
          <p:nvPr/>
        </p:nvPicPr>
        <p:blipFill>
          <a:blip r:embed="rId4"/>
          <a:stretch>
            <a:fillRect/>
          </a:stretch>
        </p:blipFill>
        <p:spPr>
          <a:xfrm>
            <a:off x="9472388" y="959131"/>
            <a:ext cx="2588377" cy="3503539"/>
          </a:xfrm>
          <a:prstGeom prst="rect">
            <a:avLst/>
          </a:prstGeom>
        </p:spPr>
      </p:pic>
    </p:spTree>
    <p:extLst>
      <p:ext uri="{BB962C8B-B14F-4D97-AF65-F5344CB8AC3E}">
        <p14:creationId xmlns:p14="http://schemas.microsoft.com/office/powerpoint/2010/main" val="3555666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94094CA-7690-7F27-5F03-663F34F0E250}"/>
              </a:ext>
            </a:extLst>
          </p:cNvPr>
          <p:cNvPicPr>
            <a:picLocks noChangeAspect="1"/>
          </p:cNvPicPr>
          <p:nvPr/>
        </p:nvPicPr>
        <p:blipFill>
          <a:blip r:embed="rId2"/>
          <a:stretch>
            <a:fillRect/>
          </a:stretch>
        </p:blipFill>
        <p:spPr>
          <a:xfrm>
            <a:off x="5924146" y="3918517"/>
            <a:ext cx="6168956" cy="2939483"/>
          </a:xfrm>
          <a:prstGeom prst="rect">
            <a:avLst/>
          </a:prstGeom>
        </p:spPr>
      </p:pic>
      <p:pic>
        <p:nvPicPr>
          <p:cNvPr id="14" name="Picture 13">
            <a:extLst>
              <a:ext uri="{FF2B5EF4-FFF2-40B4-BE49-F238E27FC236}">
                <a16:creationId xmlns:a16="http://schemas.microsoft.com/office/drawing/2014/main" id="{6CE85587-83B2-CD5C-D0B4-BB407B021AB7}"/>
              </a:ext>
            </a:extLst>
          </p:cNvPr>
          <p:cNvPicPr>
            <a:picLocks noChangeAspect="1"/>
          </p:cNvPicPr>
          <p:nvPr/>
        </p:nvPicPr>
        <p:blipFill>
          <a:blip r:embed="rId2"/>
          <a:stretch>
            <a:fillRect/>
          </a:stretch>
        </p:blipFill>
        <p:spPr>
          <a:xfrm>
            <a:off x="835771" y="136524"/>
            <a:ext cx="6002774" cy="3452095"/>
          </a:xfrm>
          <a:prstGeom prst="rect">
            <a:avLst/>
          </a:prstGeom>
        </p:spPr>
      </p:pic>
      <p:sp>
        <p:nvSpPr>
          <p:cNvPr id="5" name="Footer Placeholder 4">
            <a:extLst>
              <a:ext uri="{FF2B5EF4-FFF2-40B4-BE49-F238E27FC236}">
                <a16:creationId xmlns:a16="http://schemas.microsoft.com/office/drawing/2014/main" id="{49B346B4-81DE-5546-3DCD-E082C2D95075}"/>
              </a:ext>
            </a:extLst>
          </p:cNvPr>
          <p:cNvSpPr>
            <a:spLocks noGrp="1"/>
          </p:cNvSpPr>
          <p:nvPr>
            <p:ph type="ftr" sz="quarter" idx="11"/>
          </p:nvPr>
        </p:nvSpPr>
        <p:spPr>
          <a:xfrm>
            <a:off x="98898" y="6492875"/>
            <a:ext cx="4114800" cy="365125"/>
          </a:xfrm>
        </p:spPr>
        <p:txBody>
          <a:bodyPr/>
          <a:lstStyle/>
          <a:p>
            <a:r>
              <a:rPr lang="en-US"/>
              <a:t>PARIYERUM PERUMAL REVIEW</a:t>
            </a:r>
          </a:p>
        </p:txBody>
      </p:sp>
      <p:sp>
        <p:nvSpPr>
          <p:cNvPr id="6" name="Slide Number Placeholder 5">
            <a:extLst>
              <a:ext uri="{FF2B5EF4-FFF2-40B4-BE49-F238E27FC236}">
                <a16:creationId xmlns:a16="http://schemas.microsoft.com/office/drawing/2014/main" id="{B7AB0976-AFFA-C860-B72A-1ABA9F5939A7}"/>
              </a:ext>
            </a:extLst>
          </p:cNvPr>
          <p:cNvSpPr>
            <a:spLocks noGrp="1"/>
          </p:cNvSpPr>
          <p:nvPr>
            <p:ph type="sldNum" sz="quarter" idx="12"/>
          </p:nvPr>
        </p:nvSpPr>
        <p:spPr/>
        <p:txBody>
          <a:bodyPr/>
          <a:lstStyle/>
          <a:p>
            <a:fld id="{27CE633F-9882-4A5C-83A2-1109D0C73261}" type="slidenum">
              <a:rPr lang="en-US" smtClean="0"/>
              <a:t>7</a:t>
            </a:fld>
            <a:endParaRPr lang="en-US"/>
          </a:p>
        </p:txBody>
      </p:sp>
      <p:pic>
        <p:nvPicPr>
          <p:cNvPr id="7" name="Picture 6">
            <a:extLst>
              <a:ext uri="{FF2B5EF4-FFF2-40B4-BE49-F238E27FC236}">
                <a16:creationId xmlns:a16="http://schemas.microsoft.com/office/drawing/2014/main" id="{5E19AC93-CA25-066B-721B-768EEF325D29}"/>
              </a:ext>
            </a:extLst>
          </p:cNvPr>
          <p:cNvPicPr>
            <a:picLocks noChangeAspect="1"/>
          </p:cNvPicPr>
          <p:nvPr/>
        </p:nvPicPr>
        <p:blipFill>
          <a:blip r:embed="rId3"/>
          <a:stretch>
            <a:fillRect/>
          </a:stretch>
        </p:blipFill>
        <p:spPr>
          <a:xfrm>
            <a:off x="9772445" y="109972"/>
            <a:ext cx="2358960" cy="3780771"/>
          </a:xfrm>
          <a:prstGeom prst="rect">
            <a:avLst/>
          </a:prstGeom>
        </p:spPr>
      </p:pic>
      <p:sp>
        <p:nvSpPr>
          <p:cNvPr id="13" name="TextBox 12">
            <a:extLst>
              <a:ext uri="{FF2B5EF4-FFF2-40B4-BE49-F238E27FC236}">
                <a16:creationId xmlns:a16="http://schemas.microsoft.com/office/drawing/2014/main" id="{70D167E0-3A1C-AFA6-075C-769A2B5E8BCA}"/>
              </a:ext>
            </a:extLst>
          </p:cNvPr>
          <p:cNvSpPr txBox="1"/>
          <p:nvPr/>
        </p:nvSpPr>
        <p:spPr>
          <a:xfrm>
            <a:off x="1102063" y="262134"/>
            <a:ext cx="5873074" cy="3200876"/>
          </a:xfrm>
          <a:prstGeom prst="rect">
            <a:avLst/>
          </a:prstGeom>
          <a:noFill/>
        </p:spPr>
        <p:txBody>
          <a:bodyPr wrap="square">
            <a:spAutoFit/>
          </a:bodyPr>
          <a:lstStyle/>
          <a:p>
            <a:r>
              <a:rPr lang="en-US" sz="2000" b="1"/>
              <a:t>Setting</a:t>
            </a:r>
            <a:endParaRPr lang="en-US" b="1"/>
          </a:p>
          <a:p>
            <a:r>
              <a:rPr lang="en-US"/>
              <a:t>•	Description of the rural Tamil Nadu setting and its significance to the story.</a:t>
            </a:r>
          </a:p>
          <a:p>
            <a:r>
              <a:rPr lang="en-US"/>
              <a:t>•	The movie shoot in Tirunelveli and </a:t>
            </a:r>
            <a:r>
              <a:rPr lang="en-US" err="1"/>
              <a:t>Thoothukudi</a:t>
            </a:r>
            <a:r>
              <a:rPr lang="en-US"/>
              <a:t>  </a:t>
            </a:r>
            <a:r>
              <a:rPr lang="en-US" err="1"/>
              <a:t>dalit</a:t>
            </a:r>
            <a:r>
              <a:rPr lang="en-US"/>
              <a:t> area to convey the originality of their lifestyle</a:t>
            </a:r>
          </a:p>
          <a:p>
            <a:r>
              <a:rPr lang="en-US" sz="2000" b="1"/>
              <a:t>Cinematography</a:t>
            </a:r>
          </a:p>
          <a:p>
            <a:r>
              <a:rPr lang="en-US"/>
              <a:t>•	Analysis of visual elements:</a:t>
            </a:r>
          </a:p>
          <a:p>
            <a:r>
              <a:rPr lang="en-US"/>
              <a:t>•	Use of colors, lighting, and camera angles</a:t>
            </a:r>
          </a:p>
          <a:p>
            <a:r>
              <a:rPr lang="en-US"/>
              <a:t>•	Symbolism and visual storytelling techniques</a:t>
            </a:r>
          </a:p>
        </p:txBody>
      </p:sp>
      <p:pic>
        <p:nvPicPr>
          <p:cNvPr id="15" name="Picture 14">
            <a:extLst>
              <a:ext uri="{FF2B5EF4-FFF2-40B4-BE49-F238E27FC236}">
                <a16:creationId xmlns:a16="http://schemas.microsoft.com/office/drawing/2014/main" id="{A447760A-1289-A084-4D2E-FEDFDD153BAD}"/>
              </a:ext>
            </a:extLst>
          </p:cNvPr>
          <p:cNvPicPr>
            <a:picLocks noChangeAspect="1"/>
          </p:cNvPicPr>
          <p:nvPr/>
        </p:nvPicPr>
        <p:blipFill>
          <a:blip r:embed="rId4"/>
          <a:stretch>
            <a:fillRect/>
          </a:stretch>
        </p:blipFill>
        <p:spPr>
          <a:xfrm>
            <a:off x="7068866" y="109972"/>
            <a:ext cx="2609850" cy="1752600"/>
          </a:xfrm>
          <a:prstGeom prst="rect">
            <a:avLst/>
          </a:prstGeom>
        </p:spPr>
      </p:pic>
      <p:pic>
        <p:nvPicPr>
          <p:cNvPr id="16" name="Picture 15">
            <a:extLst>
              <a:ext uri="{FF2B5EF4-FFF2-40B4-BE49-F238E27FC236}">
                <a16:creationId xmlns:a16="http://schemas.microsoft.com/office/drawing/2014/main" id="{283E07BA-5E49-B105-68BF-518418885807}"/>
              </a:ext>
            </a:extLst>
          </p:cNvPr>
          <p:cNvPicPr>
            <a:picLocks noChangeAspect="1"/>
          </p:cNvPicPr>
          <p:nvPr/>
        </p:nvPicPr>
        <p:blipFill>
          <a:blip r:embed="rId5"/>
          <a:stretch>
            <a:fillRect/>
          </a:stretch>
        </p:blipFill>
        <p:spPr>
          <a:xfrm>
            <a:off x="7059341" y="1969670"/>
            <a:ext cx="2628900" cy="1890386"/>
          </a:xfrm>
          <a:prstGeom prst="rect">
            <a:avLst/>
          </a:prstGeom>
        </p:spPr>
      </p:pic>
      <p:sp>
        <p:nvSpPr>
          <p:cNvPr id="18" name="TextBox 17">
            <a:extLst>
              <a:ext uri="{FF2B5EF4-FFF2-40B4-BE49-F238E27FC236}">
                <a16:creationId xmlns:a16="http://schemas.microsoft.com/office/drawing/2014/main" id="{CBDBF8B7-CDD5-2AA1-DF7A-24184880C18B}"/>
              </a:ext>
            </a:extLst>
          </p:cNvPr>
          <p:cNvSpPr txBox="1"/>
          <p:nvPr/>
        </p:nvSpPr>
        <p:spPr>
          <a:xfrm>
            <a:off x="6070869" y="3967008"/>
            <a:ext cx="6094378" cy="2862322"/>
          </a:xfrm>
          <a:prstGeom prst="rect">
            <a:avLst/>
          </a:prstGeom>
          <a:noFill/>
        </p:spPr>
        <p:txBody>
          <a:bodyPr wrap="square" lIns="91440" tIns="45720" rIns="91440" bIns="45720" anchor="t">
            <a:spAutoFit/>
          </a:bodyPr>
          <a:lstStyle/>
          <a:p>
            <a:r>
              <a:rPr lang="en-US"/>
              <a:t>Soundtrack</a:t>
            </a:r>
          </a:p>
          <a:p>
            <a:r>
              <a:rPr lang="en-US"/>
              <a:t>•Overview of the music and its role in enhancing the narrative.</a:t>
            </a:r>
          </a:p>
          <a:p>
            <a:r>
              <a:rPr lang="en-US"/>
              <a:t>• Santhosh Narayanan, was assigned to composed the music and background score of </a:t>
            </a:r>
            <a:r>
              <a:rPr lang="en-US" err="1"/>
              <a:t>Pariyerum</a:t>
            </a:r>
            <a:r>
              <a:rPr lang="en-US"/>
              <a:t> Perumal. Santhosh took the project as a mix of folk and conventional </a:t>
            </a:r>
            <a:r>
              <a:rPr lang="en-US" err="1"/>
              <a:t>music,which</a:t>
            </a:r>
            <a:r>
              <a:rPr lang="en-US"/>
              <a:t> is very much prevalent in the southern region of Tamil Nadu, where most of the native singers recorded the </a:t>
            </a:r>
            <a:r>
              <a:rPr lang="en-US" err="1"/>
              <a:t>album.The</a:t>
            </a:r>
            <a:r>
              <a:rPr lang="en-US"/>
              <a:t> songs reflect the theme of the film.</a:t>
            </a:r>
          </a:p>
        </p:txBody>
      </p:sp>
      <p:pic>
        <p:nvPicPr>
          <p:cNvPr id="20" name="Picture 19">
            <a:extLst>
              <a:ext uri="{FF2B5EF4-FFF2-40B4-BE49-F238E27FC236}">
                <a16:creationId xmlns:a16="http://schemas.microsoft.com/office/drawing/2014/main" id="{7E092933-B857-1CAB-FC36-35C09D5E44E6}"/>
              </a:ext>
            </a:extLst>
          </p:cNvPr>
          <p:cNvPicPr>
            <a:picLocks noChangeAspect="1"/>
          </p:cNvPicPr>
          <p:nvPr/>
        </p:nvPicPr>
        <p:blipFill>
          <a:blip r:embed="rId6"/>
          <a:stretch>
            <a:fillRect/>
          </a:stretch>
        </p:blipFill>
        <p:spPr>
          <a:xfrm>
            <a:off x="825030" y="3860055"/>
            <a:ext cx="2466975" cy="2167421"/>
          </a:xfrm>
          <a:prstGeom prst="rect">
            <a:avLst/>
          </a:prstGeom>
        </p:spPr>
      </p:pic>
      <p:pic>
        <p:nvPicPr>
          <p:cNvPr id="21" name="Picture 20">
            <a:extLst>
              <a:ext uri="{FF2B5EF4-FFF2-40B4-BE49-F238E27FC236}">
                <a16:creationId xmlns:a16="http://schemas.microsoft.com/office/drawing/2014/main" id="{C669A6B4-1760-212B-2541-AA0D94AFFA6B}"/>
              </a:ext>
            </a:extLst>
          </p:cNvPr>
          <p:cNvPicPr>
            <a:picLocks noChangeAspect="1"/>
          </p:cNvPicPr>
          <p:nvPr/>
        </p:nvPicPr>
        <p:blipFill>
          <a:blip r:embed="rId7"/>
          <a:stretch>
            <a:fillRect/>
          </a:stretch>
        </p:blipFill>
        <p:spPr>
          <a:xfrm>
            <a:off x="3620108" y="3884352"/>
            <a:ext cx="2143125" cy="2143125"/>
          </a:xfrm>
          <a:prstGeom prst="rect">
            <a:avLst/>
          </a:prstGeom>
        </p:spPr>
      </p:pic>
    </p:spTree>
    <p:extLst>
      <p:ext uri="{BB962C8B-B14F-4D97-AF65-F5344CB8AC3E}">
        <p14:creationId xmlns:p14="http://schemas.microsoft.com/office/powerpoint/2010/main" val="2695126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94094CA-7690-7F27-5F03-663F34F0E250}"/>
              </a:ext>
            </a:extLst>
          </p:cNvPr>
          <p:cNvPicPr>
            <a:picLocks noChangeAspect="1"/>
          </p:cNvPicPr>
          <p:nvPr/>
        </p:nvPicPr>
        <p:blipFill>
          <a:blip r:embed="rId2"/>
          <a:stretch>
            <a:fillRect/>
          </a:stretch>
        </p:blipFill>
        <p:spPr>
          <a:xfrm>
            <a:off x="5924146" y="3918517"/>
            <a:ext cx="6168956" cy="2939483"/>
          </a:xfrm>
          <a:prstGeom prst="rect">
            <a:avLst/>
          </a:prstGeom>
        </p:spPr>
      </p:pic>
      <p:pic>
        <p:nvPicPr>
          <p:cNvPr id="14" name="Picture 13">
            <a:extLst>
              <a:ext uri="{FF2B5EF4-FFF2-40B4-BE49-F238E27FC236}">
                <a16:creationId xmlns:a16="http://schemas.microsoft.com/office/drawing/2014/main" id="{6CE85587-83B2-CD5C-D0B4-BB407B021AB7}"/>
              </a:ext>
            </a:extLst>
          </p:cNvPr>
          <p:cNvPicPr>
            <a:picLocks noChangeAspect="1"/>
          </p:cNvPicPr>
          <p:nvPr/>
        </p:nvPicPr>
        <p:blipFill>
          <a:blip r:embed="rId2"/>
          <a:stretch>
            <a:fillRect/>
          </a:stretch>
        </p:blipFill>
        <p:spPr>
          <a:xfrm>
            <a:off x="835771" y="136524"/>
            <a:ext cx="6002774" cy="3452095"/>
          </a:xfrm>
          <a:prstGeom prst="rect">
            <a:avLst/>
          </a:prstGeom>
        </p:spPr>
      </p:pic>
      <p:sp>
        <p:nvSpPr>
          <p:cNvPr id="5" name="Footer Placeholder 4">
            <a:extLst>
              <a:ext uri="{FF2B5EF4-FFF2-40B4-BE49-F238E27FC236}">
                <a16:creationId xmlns:a16="http://schemas.microsoft.com/office/drawing/2014/main" id="{49B346B4-81DE-5546-3DCD-E082C2D95075}"/>
              </a:ext>
            </a:extLst>
          </p:cNvPr>
          <p:cNvSpPr>
            <a:spLocks noGrp="1"/>
          </p:cNvSpPr>
          <p:nvPr>
            <p:ph type="ftr" sz="quarter" idx="11"/>
          </p:nvPr>
        </p:nvSpPr>
        <p:spPr>
          <a:xfrm>
            <a:off x="98898" y="6492875"/>
            <a:ext cx="4114800" cy="365125"/>
          </a:xfrm>
        </p:spPr>
        <p:txBody>
          <a:bodyPr/>
          <a:lstStyle/>
          <a:p>
            <a:r>
              <a:rPr lang="en-US"/>
              <a:t>PARIYERUM PERUMAL REVIEW</a:t>
            </a:r>
          </a:p>
        </p:txBody>
      </p:sp>
      <p:sp>
        <p:nvSpPr>
          <p:cNvPr id="6" name="Slide Number Placeholder 5">
            <a:extLst>
              <a:ext uri="{FF2B5EF4-FFF2-40B4-BE49-F238E27FC236}">
                <a16:creationId xmlns:a16="http://schemas.microsoft.com/office/drawing/2014/main" id="{B7AB0976-AFFA-C860-B72A-1ABA9F5939A7}"/>
              </a:ext>
            </a:extLst>
          </p:cNvPr>
          <p:cNvSpPr>
            <a:spLocks noGrp="1"/>
          </p:cNvSpPr>
          <p:nvPr>
            <p:ph type="sldNum" sz="quarter" idx="12"/>
          </p:nvPr>
        </p:nvSpPr>
        <p:spPr/>
        <p:txBody>
          <a:bodyPr/>
          <a:lstStyle/>
          <a:p>
            <a:fld id="{27CE633F-9882-4A5C-83A2-1109D0C73261}" type="slidenum">
              <a:rPr lang="en-US" smtClean="0"/>
              <a:t>8</a:t>
            </a:fld>
            <a:endParaRPr lang="en-US"/>
          </a:p>
        </p:txBody>
      </p:sp>
      <p:sp>
        <p:nvSpPr>
          <p:cNvPr id="3" name="TextBox 2">
            <a:extLst>
              <a:ext uri="{FF2B5EF4-FFF2-40B4-BE49-F238E27FC236}">
                <a16:creationId xmlns:a16="http://schemas.microsoft.com/office/drawing/2014/main" id="{F3BD76FF-8A1A-745D-0B69-086C28E2B46B}"/>
              </a:ext>
            </a:extLst>
          </p:cNvPr>
          <p:cNvSpPr txBox="1"/>
          <p:nvPr/>
        </p:nvSpPr>
        <p:spPr>
          <a:xfrm>
            <a:off x="927624" y="252143"/>
            <a:ext cx="6094378" cy="3139321"/>
          </a:xfrm>
          <a:prstGeom prst="rect">
            <a:avLst/>
          </a:prstGeom>
          <a:noFill/>
        </p:spPr>
        <p:txBody>
          <a:bodyPr wrap="square">
            <a:spAutoFit/>
          </a:bodyPr>
          <a:lstStyle/>
          <a:p>
            <a:endParaRPr lang="en-US"/>
          </a:p>
          <a:p>
            <a:r>
              <a:rPr lang="en-US"/>
              <a:t>In the song "</a:t>
            </a:r>
            <a:r>
              <a:rPr lang="en-US" err="1"/>
              <a:t>Vanakam</a:t>
            </a:r>
            <a:r>
              <a:rPr lang="en-US"/>
              <a:t> </a:t>
            </a:r>
            <a:r>
              <a:rPr lang="en-US" err="1"/>
              <a:t>Vanakam</a:t>
            </a:r>
            <a:r>
              <a:rPr lang="en-US"/>
              <a:t>," the life of </a:t>
            </a:r>
            <a:r>
              <a:rPr lang="en-US" err="1"/>
              <a:t>Pariyan</a:t>
            </a:r>
            <a:r>
              <a:rPr lang="en-US"/>
              <a:t> is depicted in </a:t>
            </a:r>
            <a:r>
              <a:rPr lang="en-US" err="1"/>
              <a:t>Puliyangulam</a:t>
            </a:r>
            <a:r>
              <a:rPr lang="en-US"/>
              <a:t>. The poverty of the area is shown through scenes like </a:t>
            </a:r>
            <a:r>
              <a:rPr lang="en-US" err="1"/>
              <a:t>Pariyan</a:t>
            </a:r>
            <a:r>
              <a:rPr lang="en-US"/>
              <a:t> giving ice cream to two old ladies whose house lacks a door. Caste discrimination is highlighted when </a:t>
            </a:r>
            <a:r>
              <a:rPr lang="en-US" err="1"/>
              <a:t>Pariyan</a:t>
            </a:r>
            <a:r>
              <a:rPr lang="en-US"/>
              <a:t> cuts children's hair while his friends cut his. Despite these hardships, </a:t>
            </a:r>
            <a:r>
              <a:rPr lang="en-US" err="1"/>
              <a:t>Pariyan</a:t>
            </a:r>
            <a:r>
              <a:rPr lang="en-US"/>
              <a:t> is emotionally connected to the people of </a:t>
            </a:r>
            <a:r>
              <a:rPr lang="en-US" err="1"/>
              <a:t>Puliyangulam</a:t>
            </a:r>
            <a:r>
              <a:rPr lang="en-US"/>
              <a:t>, as shown by his daily work in the fields with his family and his interactions with the community</a:t>
            </a:r>
            <a:endParaRPr lang="en-IN"/>
          </a:p>
        </p:txBody>
      </p:sp>
      <p:pic>
        <p:nvPicPr>
          <p:cNvPr id="4" name="Picture 3">
            <a:extLst>
              <a:ext uri="{FF2B5EF4-FFF2-40B4-BE49-F238E27FC236}">
                <a16:creationId xmlns:a16="http://schemas.microsoft.com/office/drawing/2014/main" id="{54D4CD30-1DEF-5928-03C4-9E121933DA3B}"/>
              </a:ext>
            </a:extLst>
          </p:cNvPr>
          <p:cNvPicPr>
            <a:picLocks noChangeAspect="1"/>
          </p:cNvPicPr>
          <p:nvPr/>
        </p:nvPicPr>
        <p:blipFill>
          <a:blip r:embed="rId3"/>
          <a:stretch>
            <a:fillRect/>
          </a:stretch>
        </p:blipFill>
        <p:spPr>
          <a:xfrm>
            <a:off x="7113855" y="252144"/>
            <a:ext cx="4860893" cy="3176856"/>
          </a:xfrm>
          <a:prstGeom prst="rect">
            <a:avLst/>
          </a:prstGeom>
        </p:spPr>
      </p:pic>
      <p:sp>
        <p:nvSpPr>
          <p:cNvPr id="9" name="TextBox 8">
            <a:extLst>
              <a:ext uri="{FF2B5EF4-FFF2-40B4-BE49-F238E27FC236}">
                <a16:creationId xmlns:a16="http://schemas.microsoft.com/office/drawing/2014/main" id="{E64C4FD6-3FB6-CA0F-B0F0-B49829CBC465}"/>
              </a:ext>
            </a:extLst>
          </p:cNvPr>
          <p:cNvSpPr txBox="1"/>
          <p:nvPr/>
        </p:nvSpPr>
        <p:spPr>
          <a:xfrm>
            <a:off x="5998724" y="4115672"/>
            <a:ext cx="6094378" cy="2308324"/>
          </a:xfrm>
          <a:prstGeom prst="rect">
            <a:avLst/>
          </a:prstGeom>
          <a:noFill/>
        </p:spPr>
        <p:txBody>
          <a:bodyPr wrap="square">
            <a:spAutoFit/>
          </a:bodyPr>
          <a:lstStyle/>
          <a:p>
            <a:r>
              <a:rPr lang="en-US"/>
              <a:t>Another caste group arrives at the pond and starts urinating, showing disrespect. They express anger at the </a:t>
            </a:r>
            <a:r>
              <a:rPr lang="en-US" err="1"/>
              <a:t>Pariyan</a:t>
            </a:r>
            <a:r>
              <a:rPr lang="en-US"/>
              <a:t> group for hunting there and discuss intimidating them. </a:t>
            </a:r>
            <a:r>
              <a:rPr lang="en-US" err="1"/>
              <a:t>Pariyan</a:t>
            </a:r>
            <a:r>
              <a:rPr lang="en-US"/>
              <a:t> and others leave the pond, and one character questions why they should fear them. Another reminds them of potential legal consequences, noting the other group owns all their lands, leaving them with nothing</a:t>
            </a:r>
            <a:endParaRPr lang="en-IN"/>
          </a:p>
        </p:txBody>
      </p:sp>
      <p:pic>
        <p:nvPicPr>
          <p:cNvPr id="10" name="Picture 9">
            <a:extLst>
              <a:ext uri="{FF2B5EF4-FFF2-40B4-BE49-F238E27FC236}">
                <a16:creationId xmlns:a16="http://schemas.microsoft.com/office/drawing/2014/main" id="{A8CDCB2A-B78D-2D6E-D5B0-6502EA3E2AD9}"/>
              </a:ext>
            </a:extLst>
          </p:cNvPr>
          <p:cNvPicPr>
            <a:picLocks noChangeAspect="1"/>
          </p:cNvPicPr>
          <p:nvPr/>
        </p:nvPicPr>
        <p:blipFill>
          <a:blip r:embed="rId4"/>
          <a:stretch>
            <a:fillRect/>
          </a:stretch>
        </p:blipFill>
        <p:spPr>
          <a:xfrm>
            <a:off x="1080818" y="3918517"/>
            <a:ext cx="4547775" cy="2505479"/>
          </a:xfrm>
          <a:prstGeom prst="rect">
            <a:avLst/>
          </a:prstGeom>
        </p:spPr>
      </p:pic>
    </p:spTree>
    <p:extLst>
      <p:ext uri="{BB962C8B-B14F-4D97-AF65-F5344CB8AC3E}">
        <p14:creationId xmlns:p14="http://schemas.microsoft.com/office/powerpoint/2010/main" val="1403167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94094CA-7690-7F27-5F03-663F34F0E250}"/>
              </a:ext>
            </a:extLst>
          </p:cNvPr>
          <p:cNvPicPr>
            <a:picLocks noChangeAspect="1"/>
          </p:cNvPicPr>
          <p:nvPr/>
        </p:nvPicPr>
        <p:blipFill>
          <a:blip r:embed="rId2"/>
          <a:stretch>
            <a:fillRect/>
          </a:stretch>
        </p:blipFill>
        <p:spPr>
          <a:xfrm>
            <a:off x="5680953" y="1"/>
            <a:ext cx="6511047" cy="6858000"/>
          </a:xfrm>
          <a:prstGeom prst="rect">
            <a:avLst/>
          </a:prstGeom>
        </p:spPr>
      </p:pic>
      <p:sp>
        <p:nvSpPr>
          <p:cNvPr id="5" name="Footer Placeholder 4">
            <a:extLst>
              <a:ext uri="{FF2B5EF4-FFF2-40B4-BE49-F238E27FC236}">
                <a16:creationId xmlns:a16="http://schemas.microsoft.com/office/drawing/2014/main" id="{49B346B4-81DE-5546-3DCD-E082C2D95075}"/>
              </a:ext>
            </a:extLst>
          </p:cNvPr>
          <p:cNvSpPr>
            <a:spLocks noGrp="1"/>
          </p:cNvSpPr>
          <p:nvPr>
            <p:ph type="ftr" sz="quarter" idx="11"/>
          </p:nvPr>
        </p:nvSpPr>
        <p:spPr>
          <a:xfrm>
            <a:off x="98898" y="6492875"/>
            <a:ext cx="4114800" cy="365125"/>
          </a:xfrm>
        </p:spPr>
        <p:txBody>
          <a:bodyPr/>
          <a:lstStyle/>
          <a:p>
            <a:r>
              <a:rPr lang="en-US"/>
              <a:t>PARIYERUM PERUMAL REVIEW</a:t>
            </a:r>
          </a:p>
        </p:txBody>
      </p:sp>
      <p:sp>
        <p:nvSpPr>
          <p:cNvPr id="6" name="Slide Number Placeholder 5">
            <a:extLst>
              <a:ext uri="{FF2B5EF4-FFF2-40B4-BE49-F238E27FC236}">
                <a16:creationId xmlns:a16="http://schemas.microsoft.com/office/drawing/2014/main" id="{B7AB0976-AFFA-C860-B72A-1ABA9F5939A7}"/>
              </a:ext>
            </a:extLst>
          </p:cNvPr>
          <p:cNvSpPr>
            <a:spLocks noGrp="1"/>
          </p:cNvSpPr>
          <p:nvPr>
            <p:ph type="sldNum" sz="quarter" idx="12"/>
          </p:nvPr>
        </p:nvSpPr>
        <p:spPr/>
        <p:txBody>
          <a:bodyPr/>
          <a:lstStyle/>
          <a:p>
            <a:fld id="{27CE633F-9882-4A5C-83A2-1109D0C73261}" type="slidenum">
              <a:rPr lang="en-US" smtClean="0"/>
              <a:t>9</a:t>
            </a:fld>
            <a:endParaRPr lang="en-US"/>
          </a:p>
        </p:txBody>
      </p:sp>
      <p:sp>
        <p:nvSpPr>
          <p:cNvPr id="7" name="TextBox 6">
            <a:extLst>
              <a:ext uri="{FF2B5EF4-FFF2-40B4-BE49-F238E27FC236}">
                <a16:creationId xmlns:a16="http://schemas.microsoft.com/office/drawing/2014/main" id="{AFF8AEE8-9740-D5FD-9B4C-BDBB1D6CD4E5}"/>
              </a:ext>
            </a:extLst>
          </p:cNvPr>
          <p:cNvSpPr txBox="1"/>
          <p:nvPr/>
        </p:nvSpPr>
        <p:spPr>
          <a:xfrm>
            <a:off x="5961435" y="258167"/>
            <a:ext cx="6094378" cy="6463308"/>
          </a:xfrm>
          <a:prstGeom prst="rect">
            <a:avLst/>
          </a:prstGeom>
          <a:noFill/>
        </p:spPr>
        <p:txBody>
          <a:bodyPr wrap="square" lIns="91440" tIns="45720" rIns="91440" bIns="45720" anchor="t">
            <a:spAutoFit/>
          </a:bodyPr>
          <a:lstStyle/>
          <a:p>
            <a:r>
              <a:rPr lang="en-US"/>
              <a:t>A. </a:t>
            </a:r>
            <a:r>
              <a:rPr lang="en-US" err="1"/>
              <a:t>Pariyan's</a:t>
            </a:r>
            <a:r>
              <a:rPr lang="en-US"/>
              <a:t> emotional connection with the </a:t>
            </a:r>
            <a:r>
              <a:rPr lang="en-US" err="1"/>
              <a:t>karupi</a:t>
            </a:r>
            <a:r>
              <a:rPr lang="en-US"/>
              <a:t> dog is shown, but it is later tied to a track by members of another caste to assert power.</a:t>
            </a:r>
          </a:p>
          <a:p>
            <a:endParaRPr lang="en-US"/>
          </a:p>
          <a:p>
            <a:r>
              <a:rPr lang="en-US"/>
              <a:t>B. Statues of Ambedkar, </a:t>
            </a:r>
            <a:r>
              <a:rPr lang="en-US" err="1"/>
              <a:t>Mutthu</a:t>
            </a:r>
            <a:r>
              <a:rPr lang="en-US"/>
              <a:t> Ramalinga Devar, Indra Gandhi, and MGR are shown, Ambedkar's statue  shown at eye level and </a:t>
            </a:r>
            <a:r>
              <a:rPr lang="en-US" err="1"/>
              <a:t>Mutthuramalinga</a:t>
            </a:r>
            <a:r>
              <a:rPr lang="en-US"/>
              <a:t> Devar's from a low angle.</a:t>
            </a:r>
          </a:p>
          <a:p>
            <a:endParaRPr lang="en-US"/>
          </a:p>
          <a:p>
            <a:r>
              <a:rPr lang="en-US" err="1"/>
              <a:t>Pariyan</a:t>
            </a:r>
            <a:r>
              <a:rPr lang="en-US"/>
              <a:t> is ragged by seniors who inquire about his hometown, revealing the practice of identifying caste based on origin. Jo, a senior girl, is ragged, and her caste is acknowledged by Sangaralingam, suggesting they are of the same caste.</a:t>
            </a:r>
          </a:p>
          <a:p>
            <a:endParaRPr lang="en-US"/>
          </a:p>
          <a:p>
            <a:r>
              <a:rPr lang="en-US"/>
              <a:t>The film uses Social, Linguistic, and Aesthetic Codes tailored to the audience's culture. Socio-cultural norms, such as dressing style and body language, are represented uniquely, with the color blue symbolizing the low caste.</a:t>
            </a:r>
          </a:p>
          <a:p>
            <a:endParaRPr lang="en-US"/>
          </a:p>
          <a:p>
            <a:r>
              <a:rPr lang="en-US"/>
              <a:t>The movie concludes by highlighting the reality of societal norms and people's suffering</a:t>
            </a:r>
            <a:endParaRPr lang="en-IN"/>
          </a:p>
        </p:txBody>
      </p:sp>
      <p:pic>
        <p:nvPicPr>
          <p:cNvPr id="8" name="Picture 7">
            <a:extLst>
              <a:ext uri="{FF2B5EF4-FFF2-40B4-BE49-F238E27FC236}">
                <a16:creationId xmlns:a16="http://schemas.microsoft.com/office/drawing/2014/main" id="{0E423F98-993D-01B4-A6DB-6958F8A5B3A6}"/>
              </a:ext>
            </a:extLst>
          </p:cNvPr>
          <p:cNvPicPr>
            <a:picLocks noChangeAspect="1"/>
          </p:cNvPicPr>
          <p:nvPr/>
        </p:nvPicPr>
        <p:blipFill>
          <a:blip r:embed="rId3"/>
          <a:stretch>
            <a:fillRect/>
          </a:stretch>
        </p:blipFill>
        <p:spPr>
          <a:xfrm>
            <a:off x="826894" y="258167"/>
            <a:ext cx="4713818" cy="1917521"/>
          </a:xfrm>
          <a:prstGeom prst="rect">
            <a:avLst/>
          </a:prstGeom>
        </p:spPr>
      </p:pic>
      <p:pic>
        <p:nvPicPr>
          <p:cNvPr id="11" name="Picture 10">
            <a:extLst>
              <a:ext uri="{FF2B5EF4-FFF2-40B4-BE49-F238E27FC236}">
                <a16:creationId xmlns:a16="http://schemas.microsoft.com/office/drawing/2014/main" id="{B90D8E9B-C96D-D26D-0FA3-97AD58856EB7}"/>
              </a:ext>
            </a:extLst>
          </p:cNvPr>
          <p:cNvPicPr>
            <a:picLocks noChangeAspect="1"/>
          </p:cNvPicPr>
          <p:nvPr/>
        </p:nvPicPr>
        <p:blipFill>
          <a:blip r:embed="rId4"/>
          <a:stretch>
            <a:fillRect/>
          </a:stretch>
        </p:blipFill>
        <p:spPr>
          <a:xfrm>
            <a:off x="826894" y="2315260"/>
            <a:ext cx="4713818" cy="1994093"/>
          </a:xfrm>
          <a:prstGeom prst="rect">
            <a:avLst/>
          </a:prstGeom>
        </p:spPr>
      </p:pic>
      <p:pic>
        <p:nvPicPr>
          <p:cNvPr id="12" name="Picture 11">
            <a:extLst>
              <a:ext uri="{FF2B5EF4-FFF2-40B4-BE49-F238E27FC236}">
                <a16:creationId xmlns:a16="http://schemas.microsoft.com/office/drawing/2014/main" id="{B2F64E8E-5F65-5C94-5C0E-AC2742ADD0F0}"/>
              </a:ext>
            </a:extLst>
          </p:cNvPr>
          <p:cNvPicPr>
            <a:picLocks noChangeAspect="1"/>
          </p:cNvPicPr>
          <p:nvPr/>
        </p:nvPicPr>
        <p:blipFill>
          <a:blip r:embed="rId5"/>
          <a:stretch>
            <a:fillRect/>
          </a:stretch>
        </p:blipFill>
        <p:spPr>
          <a:xfrm>
            <a:off x="826894" y="4448925"/>
            <a:ext cx="4713818" cy="1785597"/>
          </a:xfrm>
          <a:prstGeom prst="rect">
            <a:avLst/>
          </a:prstGeom>
        </p:spPr>
      </p:pic>
    </p:spTree>
    <p:extLst>
      <p:ext uri="{BB962C8B-B14F-4D97-AF65-F5344CB8AC3E}">
        <p14:creationId xmlns:p14="http://schemas.microsoft.com/office/powerpoint/2010/main" val="524895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94094CA-7690-7F27-5F03-663F34F0E250}"/>
              </a:ext>
            </a:extLst>
          </p:cNvPr>
          <p:cNvPicPr>
            <a:picLocks noChangeAspect="1"/>
          </p:cNvPicPr>
          <p:nvPr/>
        </p:nvPicPr>
        <p:blipFill>
          <a:blip r:embed="rId2"/>
          <a:stretch>
            <a:fillRect/>
          </a:stretch>
        </p:blipFill>
        <p:spPr>
          <a:xfrm>
            <a:off x="6605080" y="3918517"/>
            <a:ext cx="5488021" cy="2939483"/>
          </a:xfrm>
          <a:prstGeom prst="rect">
            <a:avLst/>
          </a:prstGeom>
        </p:spPr>
      </p:pic>
      <p:pic>
        <p:nvPicPr>
          <p:cNvPr id="14" name="Picture 13">
            <a:extLst>
              <a:ext uri="{FF2B5EF4-FFF2-40B4-BE49-F238E27FC236}">
                <a16:creationId xmlns:a16="http://schemas.microsoft.com/office/drawing/2014/main" id="{6CE85587-83B2-CD5C-D0B4-BB407B021AB7}"/>
              </a:ext>
            </a:extLst>
          </p:cNvPr>
          <p:cNvPicPr>
            <a:picLocks noChangeAspect="1"/>
          </p:cNvPicPr>
          <p:nvPr/>
        </p:nvPicPr>
        <p:blipFill>
          <a:blip r:embed="rId2"/>
          <a:stretch>
            <a:fillRect/>
          </a:stretch>
        </p:blipFill>
        <p:spPr>
          <a:xfrm>
            <a:off x="835771" y="184826"/>
            <a:ext cx="6002774" cy="2585323"/>
          </a:xfrm>
          <a:prstGeom prst="rect">
            <a:avLst/>
          </a:prstGeom>
        </p:spPr>
      </p:pic>
      <p:sp>
        <p:nvSpPr>
          <p:cNvPr id="5" name="Footer Placeholder 4">
            <a:extLst>
              <a:ext uri="{FF2B5EF4-FFF2-40B4-BE49-F238E27FC236}">
                <a16:creationId xmlns:a16="http://schemas.microsoft.com/office/drawing/2014/main" id="{49B346B4-81DE-5546-3DCD-E082C2D95075}"/>
              </a:ext>
            </a:extLst>
          </p:cNvPr>
          <p:cNvSpPr>
            <a:spLocks noGrp="1"/>
          </p:cNvSpPr>
          <p:nvPr>
            <p:ph type="ftr" sz="quarter" idx="11"/>
          </p:nvPr>
        </p:nvSpPr>
        <p:spPr>
          <a:xfrm>
            <a:off x="6929232" y="6407758"/>
            <a:ext cx="4114800" cy="365125"/>
          </a:xfrm>
        </p:spPr>
        <p:txBody>
          <a:bodyPr/>
          <a:lstStyle/>
          <a:p>
            <a:r>
              <a:rPr lang="en-US"/>
              <a:t>PARIYERUM PERUMAL REVIEW</a:t>
            </a:r>
          </a:p>
        </p:txBody>
      </p:sp>
      <p:sp>
        <p:nvSpPr>
          <p:cNvPr id="6" name="Slide Number Placeholder 5">
            <a:extLst>
              <a:ext uri="{FF2B5EF4-FFF2-40B4-BE49-F238E27FC236}">
                <a16:creationId xmlns:a16="http://schemas.microsoft.com/office/drawing/2014/main" id="{B7AB0976-AFFA-C860-B72A-1ABA9F5939A7}"/>
              </a:ext>
            </a:extLst>
          </p:cNvPr>
          <p:cNvSpPr>
            <a:spLocks noGrp="1"/>
          </p:cNvSpPr>
          <p:nvPr>
            <p:ph type="sldNum" sz="quarter" idx="12"/>
          </p:nvPr>
        </p:nvSpPr>
        <p:spPr>
          <a:xfrm>
            <a:off x="8673321" y="6403941"/>
            <a:ext cx="2743200" cy="365125"/>
          </a:xfrm>
        </p:spPr>
        <p:txBody>
          <a:bodyPr/>
          <a:lstStyle/>
          <a:p>
            <a:fld id="{27CE633F-9882-4A5C-83A2-1109D0C73261}" type="slidenum">
              <a:rPr lang="en-US" smtClean="0"/>
              <a:t>10</a:t>
            </a:fld>
            <a:endParaRPr lang="en-US"/>
          </a:p>
        </p:txBody>
      </p:sp>
      <p:sp>
        <p:nvSpPr>
          <p:cNvPr id="7" name="TextBox 6">
            <a:extLst>
              <a:ext uri="{FF2B5EF4-FFF2-40B4-BE49-F238E27FC236}">
                <a16:creationId xmlns:a16="http://schemas.microsoft.com/office/drawing/2014/main" id="{D78FFAD4-DFD7-330A-D2B0-F72F45C4A415}"/>
              </a:ext>
            </a:extLst>
          </p:cNvPr>
          <p:cNvSpPr txBox="1"/>
          <p:nvPr/>
        </p:nvSpPr>
        <p:spPr>
          <a:xfrm>
            <a:off x="965469" y="350196"/>
            <a:ext cx="5639611" cy="2585323"/>
          </a:xfrm>
          <a:prstGeom prst="rect">
            <a:avLst/>
          </a:prstGeom>
          <a:noFill/>
        </p:spPr>
        <p:txBody>
          <a:bodyPr wrap="square">
            <a:spAutoFit/>
          </a:bodyPr>
          <a:lstStyle/>
          <a:p>
            <a:r>
              <a:rPr lang="en-US"/>
              <a:t>DIALOGUE:</a:t>
            </a:r>
          </a:p>
          <a:p>
            <a:r>
              <a:rPr lang="en-US"/>
              <a:t> that as long as he remains the same and expects </a:t>
            </a:r>
            <a:r>
              <a:rPr lang="en-US" err="1"/>
              <a:t>Pariyan</a:t>
            </a:r>
            <a:r>
              <a:rPr lang="en-US"/>
              <a:t> to remain a dog, nothing will change.</a:t>
            </a:r>
          </a:p>
          <a:p>
            <a:r>
              <a:rPr lang="en-US"/>
              <a:t>This dialogue shows that the </a:t>
            </a:r>
            <a:r>
              <a:rPr lang="en-US" err="1"/>
              <a:t>differenciate</a:t>
            </a:r>
            <a:r>
              <a:rPr lang="en-US"/>
              <a:t> will never end until the mindset and expectation of the high caste changes. This </a:t>
            </a:r>
            <a:r>
              <a:rPr lang="en-US" err="1"/>
              <a:t>symbolzed</a:t>
            </a:r>
            <a:r>
              <a:rPr lang="en-US"/>
              <a:t> in the end shot . The two glasses shows the distance and the </a:t>
            </a:r>
            <a:r>
              <a:rPr lang="en-US" err="1"/>
              <a:t>marginilized</a:t>
            </a:r>
            <a:r>
              <a:rPr lang="en-US"/>
              <a:t> life.</a:t>
            </a:r>
          </a:p>
          <a:p>
            <a:endParaRPr lang="en-US"/>
          </a:p>
        </p:txBody>
      </p:sp>
      <p:pic>
        <p:nvPicPr>
          <p:cNvPr id="17" name="Picture 16">
            <a:extLst>
              <a:ext uri="{FF2B5EF4-FFF2-40B4-BE49-F238E27FC236}">
                <a16:creationId xmlns:a16="http://schemas.microsoft.com/office/drawing/2014/main" id="{CEAB4AED-55B8-7B77-3E31-366E3A969920}"/>
              </a:ext>
            </a:extLst>
          </p:cNvPr>
          <p:cNvPicPr>
            <a:picLocks noChangeAspect="1"/>
          </p:cNvPicPr>
          <p:nvPr/>
        </p:nvPicPr>
        <p:blipFill>
          <a:blip r:embed="rId3"/>
          <a:stretch>
            <a:fillRect/>
          </a:stretch>
        </p:blipFill>
        <p:spPr>
          <a:xfrm>
            <a:off x="6929232" y="350196"/>
            <a:ext cx="5163870" cy="3346827"/>
          </a:xfrm>
          <a:prstGeom prst="rect">
            <a:avLst/>
          </a:prstGeom>
        </p:spPr>
      </p:pic>
      <p:pic>
        <p:nvPicPr>
          <p:cNvPr id="20" name="Picture 19">
            <a:extLst>
              <a:ext uri="{FF2B5EF4-FFF2-40B4-BE49-F238E27FC236}">
                <a16:creationId xmlns:a16="http://schemas.microsoft.com/office/drawing/2014/main" id="{DBC69792-96CF-52CB-C2DF-C927FF68F074}"/>
              </a:ext>
            </a:extLst>
          </p:cNvPr>
          <p:cNvPicPr>
            <a:picLocks noChangeAspect="1"/>
          </p:cNvPicPr>
          <p:nvPr/>
        </p:nvPicPr>
        <p:blipFill>
          <a:blip r:embed="rId4"/>
          <a:stretch>
            <a:fillRect/>
          </a:stretch>
        </p:blipFill>
        <p:spPr>
          <a:xfrm>
            <a:off x="814642" y="2876028"/>
            <a:ext cx="2952750" cy="1847851"/>
          </a:xfrm>
          <a:prstGeom prst="rect">
            <a:avLst/>
          </a:prstGeom>
        </p:spPr>
      </p:pic>
      <p:pic>
        <p:nvPicPr>
          <p:cNvPr id="21" name="Picture 20">
            <a:extLst>
              <a:ext uri="{FF2B5EF4-FFF2-40B4-BE49-F238E27FC236}">
                <a16:creationId xmlns:a16="http://schemas.microsoft.com/office/drawing/2014/main" id="{C965BCAC-B336-8A4E-A4A8-360C27C98949}"/>
              </a:ext>
            </a:extLst>
          </p:cNvPr>
          <p:cNvPicPr>
            <a:picLocks noChangeAspect="1"/>
          </p:cNvPicPr>
          <p:nvPr/>
        </p:nvPicPr>
        <p:blipFill>
          <a:blip r:embed="rId5"/>
          <a:stretch>
            <a:fillRect/>
          </a:stretch>
        </p:blipFill>
        <p:spPr>
          <a:xfrm>
            <a:off x="814642" y="4921216"/>
            <a:ext cx="2952750" cy="1847850"/>
          </a:xfrm>
          <a:prstGeom prst="rect">
            <a:avLst/>
          </a:prstGeom>
        </p:spPr>
      </p:pic>
      <p:pic>
        <p:nvPicPr>
          <p:cNvPr id="22" name="Picture 21">
            <a:extLst>
              <a:ext uri="{FF2B5EF4-FFF2-40B4-BE49-F238E27FC236}">
                <a16:creationId xmlns:a16="http://schemas.microsoft.com/office/drawing/2014/main" id="{9153298D-A84A-DE76-2278-2A8FD97ECA66}"/>
              </a:ext>
            </a:extLst>
          </p:cNvPr>
          <p:cNvPicPr>
            <a:picLocks noChangeAspect="1"/>
          </p:cNvPicPr>
          <p:nvPr/>
        </p:nvPicPr>
        <p:blipFill>
          <a:blip r:embed="rId6"/>
          <a:stretch>
            <a:fillRect/>
          </a:stretch>
        </p:blipFill>
        <p:spPr>
          <a:xfrm>
            <a:off x="3998068" y="2876029"/>
            <a:ext cx="2461098" cy="3893037"/>
          </a:xfrm>
          <a:prstGeom prst="rect">
            <a:avLst/>
          </a:prstGeom>
        </p:spPr>
      </p:pic>
      <p:sp>
        <p:nvSpPr>
          <p:cNvPr id="23" name="TextBox 22">
            <a:extLst>
              <a:ext uri="{FF2B5EF4-FFF2-40B4-BE49-F238E27FC236}">
                <a16:creationId xmlns:a16="http://schemas.microsoft.com/office/drawing/2014/main" id="{A90B5186-EB9C-C968-13D7-864656B9EE75}"/>
              </a:ext>
            </a:extLst>
          </p:cNvPr>
          <p:cNvSpPr txBox="1"/>
          <p:nvPr/>
        </p:nvSpPr>
        <p:spPr>
          <a:xfrm>
            <a:off x="6816426" y="4099434"/>
            <a:ext cx="5371823" cy="2308324"/>
          </a:xfrm>
          <a:prstGeom prst="rect">
            <a:avLst/>
          </a:prstGeom>
          <a:noFill/>
        </p:spPr>
        <p:txBody>
          <a:bodyPr wrap="square">
            <a:spAutoFit/>
          </a:bodyPr>
          <a:lstStyle/>
          <a:p>
            <a:r>
              <a:rPr lang="en-US" sz="1600"/>
              <a:t>Critical Reception:</a:t>
            </a:r>
          </a:p>
          <a:p>
            <a:r>
              <a:rPr lang="en-US" sz="1600"/>
              <a:t>Praised for its hopeful tone against caste, with a touching climax. Won Best Film at 66th Filmfare Awards South.</a:t>
            </a:r>
          </a:p>
          <a:p>
            <a:r>
              <a:rPr lang="en-US" sz="1600"/>
              <a:t>Box Office Performance:</a:t>
            </a:r>
          </a:p>
          <a:p>
            <a:r>
              <a:rPr lang="en-US" sz="1600"/>
              <a:t>Opened with ₹15.36 lakh (US$19,000) in Chennai, rising to ₹55.23 lakh (US$69,000) in the second week. Lifetime collection of ₹5.5 crore (US$690,000), becoming a sleeper hit.</a:t>
            </a:r>
            <a:endParaRPr lang="en-IN" sz="1600"/>
          </a:p>
        </p:txBody>
      </p:sp>
    </p:spTree>
    <p:extLst>
      <p:ext uri="{BB962C8B-B14F-4D97-AF65-F5344CB8AC3E}">
        <p14:creationId xmlns:p14="http://schemas.microsoft.com/office/powerpoint/2010/main" val="2853566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97318DC9-CBF1-0BDC-0A6F-F3F8B61A05B7}"/>
              </a:ext>
            </a:extLst>
          </p:cNvPr>
          <p:cNvPicPr>
            <a:picLocks noChangeAspect="1"/>
          </p:cNvPicPr>
          <p:nvPr/>
        </p:nvPicPr>
        <p:blipFill>
          <a:blip r:embed="rId2"/>
          <a:stretch>
            <a:fillRect/>
          </a:stretch>
        </p:blipFill>
        <p:spPr>
          <a:xfrm>
            <a:off x="9128768" y="3060368"/>
            <a:ext cx="1960764" cy="757180"/>
          </a:xfrm>
          <a:prstGeom prst="rect">
            <a:avLst/>
          </a:prstGeom>
        </p:spPr>
      </p:pic>
      <p:pic>
        <p:nvPicPr>
          <p:cNvPr id="8" name="Picture 7">
            <a:extLst>
              <a:ext uri="{FF2B5EF4-FFF2-40B4-BE49-F238E27FC236}">
                <a16:creationId xmlns:a16="http://schemas.microsoft.com/office/drawing/2014/main" id="{BC85A99C-06F7-B3E4-9A87-8515AFF5CFE2}"/>
              </a:ext>
            </a:extLst>
          </p:cNvPr>
          <p:cNvPicPr>
            <a:picLocks noChangeAspect="1"/>
          </p:cNvPicPr>
          <p:nvPr/>
        </p:nvPicPr>
        <p:blipFill>
          <a:blip r:embed="rId2"/>
          <a:stretch>
            <a:fillRect/>
          </a:stretch>
        </p:blipFill>
        <p:spPr>
          <a:xfrm>
            <a:off x="7878817" y="4575506"/>
            <a:ext cx="4206766" cy="1285045"/>
          </a:xfrm>
          <a:prstGeom prst="rect">
            <a:avLst/>
          </a:prstGeom>
        </p:spPr>
      </p:pic>
      <p:sp>
        <p:nvSpPr>
          <p:cNvPr id="5" name="Footer Placeholder 4">
            <a:extLst>
              <a:ext uri="{FF2B5EF4-FFF2-40B4-BE49-F238E27FC236}">
                <a16:creationId xmlns:a16="http://schemas.microsoft.com/office/drawing/2014/main" id="{49B346B4-81DE-5546-3DCD-E082C2D95075}"/>
              </a:ext>
            </a:extLst>
          </p:cNvPr>
          <p:cNvSpPr>
            <a:spLocks noGrp="1"/>
          </p:cNvSpPr>
          <p:nvPr>
            <p:ph type="ftr" sz="quarter" idx="11"/>
          </p:nvPr>
        </p:nvSpPr>
        <p:spPr>
          <a:xfrm>
            <a:off x="98898" y="6492875"/>
            <a:ext cx="4114800" cy="365125"/>
          </a:xfrm>
        </p:spPr>
        <p:txBody>
          <a:bodyPr/>
          <a:lstStyle/>
          <a:p>
            <a:r>
              <a:rPr lang="en-US"/>
              <a:t>PARIYERUM PERUMAL REVIEW</a:t>
            </a:r>
          </a:p>
        </p:txBody>
      </p:sp>
      <p:sp>
        <p:nvSpPr>
          <p:cNvPr id="6" name="Slide Number Placeholder 5">
            <a:extLst>
              <a:ext uri="{FF2B5EF4-FFF2-40B4-BE49-F238E27FC236}">
                <a16:creationId xmlns:a16="http://schemas.microsoft.com/office/drawing/2014/main" id="{B7AB0976-AFFA-C860-B72A-1ABA9F5939A7}"/>
              </a:ext>
            </a:extLst>
          </p:cNvPr>
          <p:cNvSpPr>
            <a:spLocks noGrp="1"/>
          </p:cNvSpPr>
          <p:nvPr>
            <p:ph type="sldNum" sz="quarter" idx="12"/>
          </p:nvPr>
        </p:nvSpPr>
        <p:spPr/>
        <p:txBody>
          <a:bodyPr/>
          <a:lstStyle/>
          <a:p>
            <a:fld id="{27CE633F-9882-4A5C-83A2-1109D0C73261}" type="slidenum">
              <a:rPr lang="en-US" smtClean="0"/>
              <a:t>11</a:t>
            </a:fld>
            <a:endParaRPr lang="en-US"/>
          </a:p>
        </p:txBody>
      </p:sp>
      <p:sp>
        <p:nvSpPr>
          <p:cNvPr id="4" name="TextBox 3">
            <a:extLst>
              <a:ext uri="{FF2B5EF4-FFF2-40B4-BE49-F238E27FC236}">
                <a16:creationId xmlns:a16="http://schemas.microsoft.com/office/drawing/2014/main" id="{AA369586-1F7D-44B8-7A77-ABA6A4F10E3D}"/>
              </a:ext>
            </a:extLst>
          </p:cNvPr>
          <p:cNvSpPr txBox="1"/>
          <p:nvPr/>
        </p:nvSpPr>
        <p:spPr>
          <a:xfrm>
            <a:off x="8380013" y="4617865"/>
            <a:ext cx="4614153" cy="1200329"/>
          </a:xfrm>
          <a:prstGeom prst="rect">
            <a:avLst/>
          </a:prstGeom>
          <a:noFill/>
        </p:spPr>
        <p:txBody>
          <a:bodyPr wrap="square">
            <a:spAutoFit/>
          </a:bodyPr>
          <a:lstStyle/>
          <a:p>
            <a:r>
              <a:rPr lang="en-US"/>
              <a:t>References</a:t>
            </a:r>
          </a:p>
          <a:p>
            <a:r>
              <a:rPr lang="en-US"/>
              <a:t>•Citations for sources used in the presentation.</a:t>
            </a:r>
          </a:p>
          <a:p>
            <a:r>
              <a:rPr lang="en-US"/>
              <a:t>•Wikipedia</a:t>
            </a:r>
          </a:p>
        </p:txBody>
      </p:sp>
      <p:pic>
        <p:nvPicPr>
          <p:cNvPr id="10" name="Picture 9">
            <a:extLst>
              <a:ext uri="{FF2B5EF4-FFF2-40B4-BE49-F238E27FC236}">
                <a16:creationId xmlns:a16="http://schemas.microsoft.com/office/drawing/2014/main" id="{EC9183D4-B80C-FC60-65BA-73445ADB173D}"/>
              </a:ext>
            </a:extLst>
          </p:cNvPr>
          <p:cNvPicPr>
            <a:picLocks noChangeAspect="1"/>
          </p:cNvPicPr>
          <p:nvPr/>
        </p:nvPicPr>
        <p:blipFill>
          <a:blip r:embed="rId3"/>
          <a:stretch>
            <a:fillRect/>
          </a:stretch>
        </p:blipFill>
        <p:spPr>
          <a:xfrm>
            <a:off x="7117746" y="176430"/>
            <a:ext cx="4837547" cy="2388139"/>
          </a:xfrm>
          <a:prstGeom prst="rect">
            <a:avLst/>
          </a:prstGeom>
        </p:spPr>
      </p:pic>
      <p:pic>
        <p:nvPicPr>
          <p:cNvPr id="15" name="Picture 14">
            <a:extLst>
              <a:ext uri="{FF2B5EF4-FFF2-40B4-BE49-F238E27FC236}">
                <a16:creationId xmlns:a16="http://schemas.microsoft.com/office/drawing/2014/main" id="{2A4EB20E-B3F5-B4B8-4092-6C47CB8576FE}"/>
              </a:ext>
            </a:extLst>
          </p:cNvPr>
          <p:cNvPicPr>
            <a:picLocks noChangeAspect="1"/>
          </p:cNvPicPr>
          <p:nvPr/>
        </p:nvPicPr>
        <p:blipFill>
          <a:blip r:embed="rId4"/>
          <a:stretch>
            <a:fillRect/>
          </a:stretch>
        </p:blipFill>
        <p:spPr>
          <a:xfrm>
            <a:off x="4092758" y="5900263"/>
            <a:ext cx="5001323" cy="857370"/>
          </a:xfrm>
          <a:prstGeom prst="rect">
            <a:avLst/>
          </a:prstGeom>
        </p:spPr>
      </p:pic>
      <p:pic>
        <p:nvPicPr>
          <p:cNvPr id="17" name="Picture 16">
            <a:extLst>
              <a:ext uri="{FF2B5EF4-FFF2-40B4-BE49-F238E27FC236}">
                <a16:creationId xmlns:a16="http://schemas.microsoft.com/office/drawing/2014/main" id="{24E165EF-EEE8-8726-A4F3-47EA0DC03195}"/>
              </a:ext>
            </a:extLst>
          </p:cNvPr>
          <p:cNvPicPr>
            <a:picLocks noChangeAspect="1"/>
          </p:cNvPicPr>
          <p:nvPr/>
        </p:nvPicPr>
        <p:blipFill>
          <a:blip r:embed="rId5"/>
          <a:stretch>
            <a:fillRect/>
          </a:stretch>
        </p:blipFill>
        <p:spPr>
          <a:xfrm>
            <a:off x="4518568" y="4499177"/>
            <a:ext cx="3210373" cy="1047896"/>
          </a:xfrm>
          <a:prstGeom prst="rect">
            <a:avLst/>
          </a:prstGeom>
        </p:spPr>
      </p:pic>
      <p:pic>
        <p:nvPicPr>
          <p:cNvPr id="20" name="Picture 19">
            <a:extLst>
              <a:ext uri="{FF2B5EF4-FFF2-40B4-BE49-F238E27FC236}">
                <a16:creationId xmlns:a16="http://schemas.microsoft.com/office/drawing/2014/main" id="{BEA27C43-D41B-A366-6AF6-E1FC652936FD}"/>
              </a:ext>
            </a:extLst>
          </p:cNvPr>
          <p:cNvPicPr>
            <a:picLocks noChangeAspect="1"/>
          </p:cNvPicPr>
          <p:nvPr/>
        </p:nvPicPr>
        <p:blipFill>
          <a:blip r:embed="rId6"/>
          <a:stretch>
            <a:fillRect/>
          </a:stretch>
        </p:blipFill>
        <p:spPr>
          <a:xfrm>
            <a:off x="815244" y="5756185"/>
            <a:ext cx="3448531" cy="1028844"/>
          </a:xfrm>
          <a:prstGeom prst="rect">
            <a:avLst/>
          </a:prstGeom>
        </p:spPr>
      </p:pic>
      <p:pic>
        <p:nvPicPr>
          <p:cNvPr id="22" name="Picture 21">
            <a:extLst>
              <a:ext uri="{FF2B5EF4-FFF2-40B4-BE49-F238E27FC236}">
                <a16:creationId xmlns:a16="http://schemas.microsoft.com/office/drawing/2014/main" id="{0ACD99C8-CBF5-58C8-BC05-F8D4822C3688}"/>
              </a:ext>
            </a:extLst>
          </p:cNvPr>
          <p:cNvPicPr>
            <a:picLocks noChangeAspect="1"/>
          </p:cNvPicPr>
          <p:nvPr/>
        </p:nvPicPr>
        <p:blipFill>
          <a:blip r:embed="rId7"/>
          <a:stretch>
            <a:fillRect/>
          </a:stretch>
        </p:blipFill>
        <p:spPr>
          <a:xfrm>
            <a:off x="813039" y="1176092"/>
            <a:ext cx="5039428" cy="3448531"/>
          </a:xfrm>
          <a:prstGeom prst="rect">
            <a:avLst/>
          </a:prstGeom>
        </p:spPr>
      </p:pic>
      <p:pic>
        <p:nvPicPr>
          <p:cNvPr id="24" name="Picture 23">
            <a:extLst>
              <a:ext uri="{FF2B5EF4-FFF2-40B4-BE49-F238E27FC236}">
                <a16:creationId xmlns:a16="http://schemas.microsoft.com/office/drawing/2014/main" id="{8B126E2B-38B6-42DC-9DF4-386EEC6C9525}"/>
              </a:ext>
            </a:extLst>
          </p:cNvPr>
          <p:cNvPicPr>
            <a:picLocks noChangeAspect="1"/>
          </p:cNvPicPr>
          <p:nvPr/>
        </p:nvPicPr>
        <p:blipFill>
          <a:blip r:embed="rId8"/>
          <a:stretch>
            <a:fillRect/>
          </a:stretch>
        </p:blipFill>
        <p:spPr>
          <a:xfrm>
            <a:off x="856081" y="176430"/>
            <a:ext cx="6018132" cy="1074880"/>
          </a:xfrm>
          <a:prstGeom prst="rect">
            <a:avLst/>
          </a:prstGeom>
        </p:spPr>
      </p:pic>
      <p:pic>
        <p:nvPicPr>
          <p:cNvPr id="26" name="Picture 25">
            <a:extLst>
              <a:ext uri="{FF2B5EF4-FFF2-40B4-BE49-F238E27FC236}">
                <a16:creationId xmlns:a16="http://schemas.microsoft.com/office/drawing/2014/main" id="{1150D348-74C4-C3FB-2709-95CB88A6C4E3}"/>
              </a:ext>
            </a:extLst>
          </p:cNvPr>
          <p:cNvPicPr>
            <a:picLocks noChangeAspect="1"/>
          </p:cNvPicPr>
          <p:nvPr/>
        </p:nvPicPr>
        <p:blipFill>
          <a:blip r:embed="rId9"/>
          <a:stretch>
            <a:fillRect/>
          </a:stretch>
        </p:blipFill>
        <p:spPr>
          <a:xfrm>
            <a:off x="5687156" y="2672821"/>
            <a:ext cx="3191320" cy="1867161"/>
          </a:xfrm>
          <a:prstGeom prst="rect">
            <a:avLst/>
          </a:prstGeom>
        </p:spPr>
      </p:pic>
      <p:pic>
        <p:nvPicPr>
          <p:cNvPr id="28" name="Picture 27">
            <a:extLst>
              <a:ext uri="{FF2B5EF4-FFF2-40B4-BE49-F238E27FC236}">
                <a16:creationId xmlns:a16="http://schemas.microsoft.com/office/drawing/2014/main" id="{E703EC23-8700-3561-06B1-940730E0E79E}"/>
              </a:ext>
            </a:extLst>
          </p:cNvPr>
          <p:cNvPicPr>
            <a:picLocks noChangeAspect="1"/>
          </p:cNvPicPr>
          <p:nvPr/>
        </p:nvPicPr>
        <p:blipFill>
          <a:blip r:embed="rId10"/>
          <a:stretch>
            <a:fillRect/>
          </a:stretch>
        </p:blipFill>
        <p:spPr>
          <a:xfrm>
            <a:off x="797091" y="4496578"/>
            <a:ext cx="3734321" cy="1276528"/>
          </a:xfrm>
          <a:prstGeom prst="rect">
            <a:avLst/>
          </a:prstGeom>
        </p:spPr>
      </p:pic>
      <p:sp>
        <p:nvSpPr>
          <p:cNvPr id="33" name="TextBox 32">
            <a:extLst>
              <a:ext uri="{FF2B5EF4-FFF2-40B4-BE49-F238E27FC236}">
                <a16:creationId xmlns:a16="http://schemas.microsoft.com/office/drawing/2014/main" id="{41A993DA-D187-CE73-9921-5AB5E2105D0B}"/>
              </a:ext>
            </a:extLst>
          </p:cNvPr>
          <p:cNvSpPr txBox="1"/>
          <p:nvPr/>
        </p:nvSpPr>
        <p:spPr>
          <a:xfrm>
            <a:off x="9094081" y="3171217"/>
            <a:ext cx="2861212" cy="646331"/>
          </a:xfrm>
          <a:prstGeom prst="rect">
            <a:avLst/>
          </a:prstGeom>
          <a:noFill/>
        </p:spPr>
        <p:txBody>
          <a:bodyPr wrap="square" rtlCol="0">
            <a:spAutoFit/>
          </a:bodyPr>
          <a:lstStyle/>
          <a:p>
            <a:r>
              <a:rPr lang="en-US"/>
              <a:t>AWARDS AND RECOGNITION</a:t>
            </a:r>
            <a:endParaRPr lang="en-IN"/>
          </a:p>
        </p:txBody>
      </p:sp>
    </p:spTree>
    <p:extLst>
      <p:ext uri="{BB962C8B-B14F-4D97-AF65-F5344CB8AC3E}">
        <p14:creationId xmlns:p14="http://schemas.microsoft.com/office/powerpoint/2010/main" val="3536465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4E3E26E-714B-4B44-A67B-0189BC68DBDE}"/>
              </a:ext>
            </a:extLst>
          </p:cNvPr>
          <p:cNvSpPr>
            <a:spLocks noGrp="1"/>
          </p:cNvSpPr>
          <p:nvPr>
            <p:ph type="title"/>
          </p:nvPr>
        </p:nvSpPr>
        <p:spPr>
          <a:xfrm>
            <a:off x="475343" y="493127"/>
            <a:ext cx="5347485" cy="1382482"/>
          </a:xfrm>
        </p:spPr>
        <p:txBody>
          <a:bodyPr/>
          <a:lstStyle/>
          <a:p>
            <a:r>
              <a:rPr lang="en-US"/>
              <a:t>CONCLUSION</a:t>
            </a:r>
          </a:p>
        </p:txBody>
      </p:sp>
      <p:sp>
        <p:nvSpPr>
          <p:cNvPr id="21" name="Text Placeholder 20">
            <a:extLst>
              <a:ext uri="{FF2B5EF4-FFF2-40B4-BE49-F238E27FC236}">
                <a16:creationId xmlns:a16="http://schemas.microsoft.com/office/drawing/2014/main" id="{B6526616-F706-4249-9A7C-EA3985ED9757}"/>
              </a:ext>
            </a:extLst>
          </p:cNvPr>
          <p:cNvSpPr>
            <a:spLocks noGrp="1"/>
          </p:cNvSpPr>
          <p:nvPr>
            <p:ph type="body" sz="quarter" idx="15"/>
          </p:nvPr>
        </p:nvSpPr>
        <p:spPr>
          <a:xfrm>
            <a:off x="838200" y="2814530"/>
            <a:ext cx="4984628" cy="3359258"/>
          </a:xfrm>
        </p:spPr>
        <p:txBody>
          <a:bodyPr vert="horz" lIns="91440" tIns="45720" rIns="91440" bIns="45720" rtlCol="0" anchor="t">
            <a:normAutofit/>
          </a:bodyPr>
          <a:lstStyle/>
          <a:p>
            <a:endParaRPr lang="en-US"/>
          </a:p>
          <a:p>
            <a:endParaRPr lang="en-US"/>
          </a:p>
        </p:txBody>
      </p:sp>
      <p:sp>
        <p:nvSpPr>
          <p:cNvPr id="3" name="Footer Placeholder 2">
            <a:extLst>
              <a:ext uri="{FF2B5EF4-FFF2-40B4-BE49-F238E27FC236}">
                <a16:creationId xmlns:a16="http://schemas.microsoft.com/office/drawing/2014/main" id="{911692A6-6271-47C8-8EC7-04C6C83F716F}"/>
              </a:ext>
            </a:extLst>
          </p:cNvPr>
          <p:cNvSpPr>
            <a:spLocks noGrp="1"/>
          </p:cNvSpPr>
          <p:nvPr>
            <p:ph type="ftr" sz="quarter" idx="17"/>
          </p:nvPr>
        </p:nvSpPr>
        <p:spPr/>
        <p:txBody>
          <a:bodyPr/>
          <a:lstStyle/>
          <a:p>
            <a:r>
              <a:rPr lang="en-US"/>
              <a:t>PARIYERUM PERUMAL REVIEW</a:t>
            </a:r>
          </a:p>
        </p:txBody>
      </p:sp>
      <p:sp>
        <p:nvSpPr>
          <p:cNvPr id="4" name="Slide Number Placeholder 3">
            <a:extLst>
              <a:ext uri="{FF2B5EF4-FFF2-40B4-BE49-F238E27FC236}">
                <a16:creationId xmlns:a16="http://schemas.microsoft.com/office/drawing/2014/main" id="{1759D170-9847-4908-8027-FDA03D74EF67}"/>
              </a:ext>
            </a:extLst>
          </p:cNvPr>
          <p:cNvSpPr>
            <a:spLocks noGrp="1"/>
          </p:cNvSpPr>
          <p:nvPr>
            <p:ph type="sldNum" sz="quarter" idx="18"/>
          </p:nvPr>
        </p:nvSpPr>
        <p:spPr/>
        <p:txBody>
          <a:bodyPr/>
          <a:lstStyle/>
          <a:p>
            <a:fld id="{294A09A9-5501-47C1-A89A-A340965A2BE2}" type="slidenum">
              <a:rPr lang="en-US" smtClean="0"/>
              <a:pPr/>
              <a:t>12</a:t>
            </a:fld>
            <a:endParaRPr lang="en-US"/>
          </a:p>
        </p:txBody>
      </p:sp>
      <p:sp>
        <p:nvSpPr>
          <p:cNvPr id="7" name="TextBox 6">
            <a:extLst>
              <a:ext uri="{FF2B5EF4-FFF2-40B4-BE49-F238E27FC236}">
                <a16:creationId xmlns:a16="http://schemas.microsoft.com/office/drawing/2014/main" id="{429F4BD7-7A51-C036-59BE-3CD5BDF452AA}"/>
              </a:ext>
            </a:extLst>
          </p:cNvPr>
          <p:cNvSpPr txBox="1"/>
          <p:nvPr/>
        </p:nvSpPr>
        <p:spPr>
          <a:xfrm>
            <a:off x="140305" y="1724781"/>
            <a:ext cx="8113485" cy="51387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IN"/>
          </a:p>
          <a:p>
            <a:r>
              <a:rPr lang="en-IN"/>
              <a:t>The movie fiercely refutes the idea of caste superiority and exposes the sneaky prejudices based on caste, even among those who appear progressive. It depicts the truth about how the lower caste people suffer from the higher castes in every aspect of their life.</a:t>
            </a:r>
          </a:p>
          <a:p>
            <a:r>
              <a:rPr lang="en-IN"/>
              <a:t> It prompted essential conversations about the need to address deep-rooted inequalities and prejudices. </a:t>
            </a:r>
            <a:r>
              <a:rPr lang="en-IN" err="1"/>
              <a:t>Pariyerum</a:t>
            </a:r>
            <a:r>
              <a:rPr lang="en-IN"/>
              <a:t> Perumal is a powerful cinematic exploration of deeply ingrained caste discrimination, social injustice, and the resilience of the human spirit. Through its compelling narrative and masterful direction, the film draws attention to the harsh realities faced by marginalized communities in rural India. It highlights the enduring oppression and discrimination that persist despite progress in other areas. The film's characters, especially </a:t>
            </a:r>
            <a:r>
              <a:rPr lang="en-IN" err="1"/>
              <a:t>Pariyerum</a:t>
            </a:r>
            <a:r>
              <a:rPr lang="en-IN"/>
              <a:t> Perumal, symbolize resistance and hope, challenging the status quo and aspiring for a more just and equitable society. </a:t>
            </a:r>
            <a:r>
              <a:rPr lang="en-IN" err="1"/>
              <a:t>Pariyerum</a:t>
            </a:r>
            <a:r>
              <a:rPr lang="en-IN"/>
              <a:t> Perumal forces viewers to confront uncomfortable truths about caste-based discrimination while reminding us of the transformative potential of education, friendship, and solidarity.</a:t>
            </a:r>
          </a:p>
        </p:txBody>
      </p:sp>
      <p:pic>
        <p:nvPicPr>
          <p:cNvPr id="13" name="Picture Placeholder 12" descr="Pariyerum Perumal' teaser: The Kathir ...">
            <a:extLst>
              <a:ext uri="{FF2B5EF4-FFF2-40B4-BE49-F238E27FC236}">
                <a16:creationId xmlns:a16="http://schemas.microsoft.com/office/drawing/2014/main" id="{084CDDCA-F5EC-F161-06BE-83A48BC503F1}"/>
              </a:ext>
            </a:extLst>
          </p:cNvPr>
          <p:cNvPicPr>
            <a:picLocks noGrp="1" noChangeAspect="1"/>
          </p:cNvPicPr>
          <p:nvPr>
            <p:ph type="pic" sz="quarter" idx="13"/>
          </p:nvPr>
        </p:nvPicPr>
        <p:blipFill rotWithShape="1">
          <a:blip r:embed="rId2"/>
          <a:srcRect l="719" t="194" r="12470"/>
          <a:stretch/>
        </p:blipFill>
        <p:spPr>
          <a:xfrm>
            <a:off x="7960570" y="1710631"/>
            <a:ext cx="4105194" cy="4247336"/>
          </a:xfrm>
        </p:spPr>
      </p:pic>
    </p:spTree>
    <p:extLst>
      <p:ext uri="{BB962C8B-B14F-4D97-AF65-F5344CB8AC3E}">
        <p14:creationId xmlns:p14="http://schemas.microsoft.com/office/powerpoint/2010/main" val="2287074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itle 32">
            <a:extLst>
              <a:ext uri="{FF2B5EF4-FFF2-40B4-BE49-F238E27FC236}">
                <a16:creationId xmlns:a16="http://schemas.microsoft.com/office/drawing/2014/main" id="{4CDFAA45-882A-416F-A852-1A8343E4FECD}"/>
              </a:ext>
            </a:extLst>
          </p:cNvPr>
          <p:cNvSpPr>
            <a:spLocks noGrp="1"/>
          </p:cNvSpPr>
          <p:nvPr>
            <p:ph type="title"/>
          </p:nvPr>
        </p:nvSpPr>
        <p:spPr>
          <a:xfrm>
            <a:off x="6657716" y="467271"/>
            <a:ext cx="4195674" cy="2052522"/>
          </a:xfrm>
        </p:spPr>
        <p:txBody>
          <a:bodyPr vert="horz" lIns="91440" tIns="45720" rIns="91440" bIns="45720" rtlCol="0" anchor="b">
            <a:normAutofit/>
          </a:bodyPr>
          <a:lstStyle/>
          <a:p>
            <a:r>
              <a:rPr lang="en-US" sz="4800" kern="1200">
                <a:solidFill>
                  <a:schemeClr val="tx1"/>
                </a:solidFill>
                <a:latin typeface="+mj-lt"/>
                <a:ea typeface="+mj-ea"/>
                <a:cs typeface="+mj-cs"/>
              </a:rPr>
              <a:t>THANK YOU</a:t>
            </a:r>
          </a:p>
        </p:txBody>
      </p:sp>
      <p:sp>
        <p:nvSpPr>
          <p:cNvPr id="38"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40"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64EAE84-A813-4501-BC71-DBD14BA02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59782" y="1"/>
            <a:ext cx="4195674" cy="3095741"/>
          </a:xfrm>
          <a:custGeom>
            <a:avLst/>
            <a:gdLst>
              <a:gd name="connsiteX0" fmla="*/ 252211 w 4195674"/>
              <a:gd name="connsiteY0" fmla="*/ 0 h 3095741"/>
              <a:gd name="connsiteX1" fmla="*/ 3943464 w 4195674"/>
              <a:gd name="connsiteY1" fmla="*/ 0 h 3095741"/>
              <a:gd name="connsiteX2" fmla="*/ 4030816 w 4195674"/>
              <a:gd name="connsiteY2" fmla="*/ 181331 h 3095741"/>
              <a:gd name="connsiteX3" fmla="*/ 4195674 w 4195674"/>
              <a:gd name="connsiteY3" fmla="*/ 997904 h 3095741"/>
              <a:gd name="connsiteX4" fmla="*/ 2097837 w 4195674"/>
              <a:gd name="connsiteY4" fmla="*/ 3095741 h 3095741"/>
              <a:gd name="connsiteX5" fmla="*/ 0 w 4195674"/>
              <a:gd name="connsiteY5" fmla="*/ 997904 h 3095741"/>
              <a:gd name="connsiteX6" fmla="*/ 164859 w 4195674"/>
              <a:gd name="connsiteY6" fmla="*/ 181331 h 3095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95674" h="3095741">
                <a:moveTo>
                  <a:pt x="252211" y="0"/>
                </a:moveTo>
                <a:lnTo>
                  <a:pt x="3943464" y="0"/>
                </a:lnTo>
                <a:lnTo>
                  <a:pt x="4030816" y="181331"/>
                </a:lnTo>
                <a:cubicBezTo>
                  <a:pt x="4136972" y="432313"/>
                  <a:pt x="4195674" y="708253"/>
                  <a:pt x="4195674" y="997904"/>
                </a:cubicBezTo>
                <a:cubicBezTo>
                  <a:pt x="4195674" y="2156507"/>
                  <a:pt x="3256440" y="3095741"/>
                  <a:pt x="2097837" y="3095741"/>
                </a:cubicBezTo>
                <a:cubicBezTo>
                  <a:pt x="939234" y="3095741"/>
                  <a:pt x="0" y="2156507"/>
                  <a:pt x="0" y="997904"/>
                </a:cubicBezTo>
                <a:cubicBezTo>
                  <a:pt x="0" y="708253"/>
                  <a:pt x="58702" y="432313"/>
                  <a:pt x="164859" y="181331"/>
                </a:cubicBezTo>
                <a:close/>
              </a:path>
            </a:pathLst>
          </a:cu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11" name="Picture 10" descr="A film reel with a black background&#10;&#10;Description automatically generated">
            <a:extLst>
              <a:ext uri="{FF2B5EF4-FFF2-40B4-BE49-F238E27FC236}">
                <a16:creationId xmlns:a16="http://schemas.microsoft.com/office/drawing/2014/main" id="{4ED9EE64-00E9-B6BD-C03D-E74C4A5F9E17}"/>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b="12977"/>
          <a:stretch/>
        </p:blipFill>
        <p:spPr>
          <a:xfrm>
            <a:off x="3036211" y="664282"/>
            <a:ext cx="2353922" cy="1357099"/>
          </a:xfrm>
          <a:prstGeom prst="rect">
            <a:avLst/>
          </a:prstGeom>
        </p:spPr>
      </p:pic>
      <p:sp>
        <p:nvSpPr>
          <p:cNvPr id="44" name="Freeform: Shape 43">
            <a:extLst>
              <a:ext uri="{FF2B5EF4-FFF2-40B4-BE49-F238E27FC236}">
                <a16:creationId xmlns:a16="http://schemas.microsoft.com/office/drawing/2014/main" id="{AB673405-BF85-493E-8558-0DCBEDB2B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79610"/>
            <a:ext cx="4831130" cy="4078390"/>
          </a:xfrm>
          <a:custGeom>
            <a:avLst/>
            <a:gdLst>
              <a:gd name="connsiteX0" fmla="*/ 1960035 w 4831130"/>
              <a:gd name="connsiteY0" fmla="*/ 0 h 4078390"/>
              <a:gd name="connsiteX1" fmla="*/ 4831130 w 4831130"/>
              <a:gd name="connsiteY1" fmla="*/ 2871095 h 4078390"/>
              <a:gd name="connsiteX2" fmla="*/ 4605505 w 4831130"/>
              <a:gd name="connsiteY2" fmla="*/ 3988655 h 4078390"/>
              <a:gd name="connsiteX3" fmla="*/ 4562278 w 4831130"/>
              <a:gd name="connsiteY3" fmla="*/ 4078390 h 4078390"/>
              <a:gd name="connsiteX4" fmla="*/ 0 w 4831130"/>
              <a:gd name="connsiteY4" fmla="*/ 4078390 h 4078390"/>
              <a:gd name="connsiteX5" fmla="*/ 0 w 4831130"/>
              <a:gd name="connsiteY5" fmla="*/ 777181 h 4078390"/>
              <a:gd name="connsiteX6" fmla="*/ 133752 w 4831130"/>
              <a:gd name="connsiteY6" fmla="*/ 655619 h 4078390"/>
              <a:gd name="connsiteX7" fmla="*/ 1960035 w 4831130"/>
              <a:gd name="connsiteY7" fmla="*/ 0 h 407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1130" h="4078390">
                <a:moveTo>
                  <a:pt x="1960035" y="0"/>
                </a:moveTo>
                <a:cubicBezTo>
                  <a:pt x="3545697" y="0"/>
                  <a:pt x="4831130" y="1285433"/>
                  <a:pt x="4831130" y="2871095"/>
                </a:cubicBezTo>
                <a:cubicBezTo>
                  <a:pt x="4831130" y="3267511"/>
                  <a:pt x="4750791" y="3645162"/>
                  <a:pt x="4605505" y="3988655"/>
                </a:cubicBezTo>
                <a:lnTo>
                  <a:pt x="4562278" y="4078390"/>
                </a:lnTo>
                <a:lnTo>
                  <a:pt x="0" y="4078390"/>
                </a:lnTo>
                <a:lnTo>
                  <a:pt x="0" y="777181"/>
                </a:lnTo>
                <a:lnTo>
                  <a:pt x="133752" y="655619"/>
                </a:lnTo>
                <a:cubicBezTo>
                  <a:pt x="630047" y="246040"/>
                  <a:pt x="1266308" y="0"/>
                  <a:pt x="1960035" y="0"/>
                </a:cubicBezTo>
                <a:close/>
              </a:path>
            </a:pathLst>
          </a:cu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2" name="Picture 1">
            <a:extLst>
              <a:ext uri="{FF2B5EF4-FFF2-40B4-BE49-F238E27FC236}">
                <a16:creationId xmlns:a16="http://schemas.microsoft.com/office/drawing/2014/main" id="{24725E6A-6E64-9F30-B5CA-E670E314765C}"/>
              </a:ext>
            </a:extLst>
          </p:cNvPr>
          <p:cNvPicPr>
            <a:picLocks noChangeAspect="1"/>
          </p:cNvPicPr>
          <p:nvPr/>
        </p:nvPicPr>
        <p:blipFill rotWithShape="1">
          <a:blip r:embed="rId5"/>
          <a:srcRect l="31217" t="2419" r="6807" b="-1544"/>
          <a:stretch/>
        </p:blipFill>
        <p:spPr>
          <a:xfrm>
            <a:off x="1011496" y="4213711"/>
            <a:ext cx="2285209" cy="1610206"/>
          </a:xfrm>
          <a:prstGeom prst="rect">
            <a:avLst/>
          </a:prstGeom>
        </p:spPr>
      </p:pic>
      <p:sp>
        <p:nvSpPr>
          <p:cNvPr id="34" name="Text Placeholder 33">
            <a:extLst>
              <a:ext uri="{FF2B5EF4-FFF2-40B4-BE49-F238E27FC236}">
                <a16:creationId xmlns:a16="http://schemas.microsoft.com/office/drawing/2014/main" id="{3E796413-D756-477E-9170-1EF1E340CB07}"/>
              </a:ext>
            </a:extLst>
          </p:cNvPr>
          <p:cNvSpPr>
            <a:spLocks noGrp="1"/>
          </p:cNvSpPr>
          <p:nvPr>
            <p:ph type="body" idx="14"/>
          </p:nvPr>
        </p:nvSpPr>
        <p:spPr>
          <a:xfrm>
            <a:off x="6657715" y="2990818"/>
            <a:ext cx="4195675" cy="2913872"/>
          </a:xfrm>
        </p:spPr>
        <p:txBody>
          <a:bodyPr vert="horz" lIns="91440" tIns="45720" rIns="91440" bIns="45720" rtlCol="0" anchor="t">
            <a:normAutofit/>
          </a:bodyPr>
          <a:lstStyle/>
          <a:p>
            <a:pPr indent="-228600">
              <a:buFont typeface="Arial" panose="020B0604020202020204" pitchFamily="34" charset="0"/>
              <a:buChar char="•"/>
            </a:pPr>
            <a:endParaRPr lang="en-US" sz="1800">
              <a:solidFill>
                <a:schemeClr val="tx1"/>
              </a:solidFill>
            </a:endParaRPr>
          </a:p>
          <a:p>
            <a:pPr indent="-228600">
              <a:buFont typeface="Arial" panose="020B0604020202020204" pitchFamily="34" charset="0"/>
              <a:buChar char="•"/>
            </a:pPr>
            <a:endParaRPr lang="en-US" sz="1800">
              <a:solidFill>
                <a:schemeClr val="tx1"/>
              </a:solidFill>
            </a:endParaRPr>
          </a:p>
        </p:txBody>
      </p:sp>
      <p:sp>
        <p:nvSpPr>
          <p:cNvPr id="14" name="Footer Placeholder 13">
            <a:extLst>
              <a:ext uri="{FF2B5EF4-FFF2-40B4-BE49-F238E27FC236}">
                <a16:creationId xmlns:a16="http://schemas.microsoft.com/office/drawing/2014/main" id="{82B766D7-C47C-4C42-BC77-9A6DD1F3674F}"/>
              </a:ext>
            </a:extLst>
          </p:cNvPr>
          <p:cNvSpPr>
            <a:spLocks noGrp="1"/>
          </p:cNvSpPr>
          <p:nvPr>
            <p:ph type="ftr" sz="quarter" idx="4294967295"/>
          </p:nvPr>
        </p:nvSpPr>
        <p:spPr>
          <a:xfrm rot="16200000">
            <a:off x="9812115" y="1591485"/>
            <a:ext cx="3548094" cy="365125"/>
          </a:xfrm>
        </p:spPr>
        <p:txBody>
          <a:bodyPr vert="horz" lIns="91440" tIns="45720" rIns="91440" bIns="45720" rtlCol="0" anchor="ctr">
            <a:normAutofit/>
          </a:bodyPr>
          <a:lstStyle/>
          <a:p>
            <a:pPr>
              <a:spcAft>
                <a:spcPts val="600"/>
              </a:spcAft>
            </a:pPr>
            <a:r>
              <a:rPr lang="en-US" b="1" i="0" kern="1200" cap="all" spc="100" baseline="0">
                <a:latin typeface="+mn-lt"/>
                <a:ea typeface="+mn-ea"/>
                <a:cs typeface="+mn-cs"/>
              </a:rPr>
              <a:t>PARIYERUM PERUMAL REVIIEW</a:t>
            </a:r>
          </a:p>
        </p:txBody>
      </p:sp>
      <p:sp>
        <p:nvSpPr>
          <p:cNvPr id="4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sp>
        <p:nvSpPr>
          <p:cNvPr id="15" name="Slide Number Placeholder 14">
            <a:extLst>
              <a:ext uri="{FF2B5EF4-FFF2-40B4-BE49-F238E27FC236}">
                <a16:creationId xmlns:a16="http://schemas.microsoft.com/office/drawing/2014/main" id="{CFC4993C-22B1-4153-9289-D26CFB4B4496}"/>
              </a:ext>
            </a:extLst>
          </p:cNvPr>
          <p:cNvSpPr>
            <a:spLocks noGrp="1"/>
          </p:cNvSpPr>
          <p:nvPr>
            <p:ph type="sldNum" sz="quarter" idx="4294967295"/>
          </p:nvPr>
        </p:nvSpPr>
        <p:spPr>
          <a:xfrm>
            <a:off x="8610600" y="6356350"/>
            <a:ext cx="2743200" cy="365125"/>
          </a:xfrm>
        </p:spPr>
        <p:txBody>
          <a:bodyPr vert="horz" lIns="91440" tIns="45720" rIns="91440" bIns="45720" rtlCol="0" anchor="ctr">
            <a:normAutofit/>
          </a:bodyPr>
          <a:lstStyle/>
          <a:p>
            <a:pPr>
              <a:spcAft>
                <a:spcPts val="600"/>
              </a:spcAft>
            </a:pPr>
            <a:fld id="{294A09A9-5501-47C1-A89A-A340965A2BE2}" type="slidenum">
              <a:rPr lang="en-US"/>
              <a:pPr>
                <a:spcAft>
                  <a:spcPts val="600"/>
                </a:spcAft>
              </a:pPr>
              <a:t>13</a:t>
            </a:fld>
            <a:endParaRPr lang="en-US"/>
          </a:p>
        </p:txBody>
      </p:sp>
      <p:cxnSp>
        <p:nvCxnSpPr>
          <p:cNvPr id="48" name="Straight Connector 4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7283912"/>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6B2BE0AF-90CB-4C86-BB1E-26E501BCE9E3}">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0025B34-BD2B-4F65-80AF-217925182ED3}">
  <ds:schemaRefs>
    <ds:schemaRef ds:uri="http://schemas.microsoft.com/sharepoint/v3/contenttype/forms"/>
  </ds:schemaRefs>
</ds:datastoreItem>
</file>

<file path=customXml/itemProps3.xml><?xml version="1.0" encoding="utf-8"?>
<ds:datastoreItem xmlns:ds="http://schemas.openxmlformats.org/officeDocument/2006/customXml" ds:itemID="{455B3D43-99F7-47DF-90D6-3E3028F5936C}">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Gradient design</Template>
  <Application>Microsoft Office PowerPoint</Application>
  <PresentationFormat>Widescreen</PresentationFormat>
  <Slides>13</Slides>
  <Notes>1</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GradientVTI</vt:lpstr>
      <vt:lpstr>FILM aPPRECIATION PARIYERUM PERUMAL</vt:lpstr>
      <vt:lpstr>INTRODUCTION</vt:lpstr>
      <vt:lpstr>PowerPoint Presentation</vt:lpstr>
      <vt:lpstr>SYNOPSIS</vt:lpstr>
      <vt:lpstr>World has more meanings,youth can make it more meaningful...</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FILM REVIEW PARIYERUM PERUMAL</dc:title>
  <dc:creator>Subashree Kannan</dc:creator>
  <cp:revision>4</cp:revision>
  <dcterms:created xsi:type="dcterms:W3CDTF">2024-04-04T04:04:11Z</dcterms:created>
  <dcterms:modified xsi:type="dcterms:W3CDTF">2024-04-06T11:08:22Z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